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bba69f0d3a4c16" /><Relationship Type="http://schemas.openxmlformats.org/officeDocument/2006/relationships/extended-properties" Target="/docProps/app.xml" Id="R9c7b1c9c4e634a2e" /><Relationship Type="http://schemas.openxmlformats.org/officeDocument/2006/relationships/officeDocument" Target="/ppt/presentation.xml" Id="R97b96c78af6b4dcf" /></Relationships>
</file>

<file path=ppt/presentation.xml><?xml version="1.0" encoding="utf-8"?>
<p:presentation xmlns:p="http://schemas.openxmlformats.org/presentationml/2006/main">
  <p:sldMasterIdLst>
    <p:sldMasterId xmlns:r="http://schemas.openxmlformats.org/officeDocument/2006/relationships" id="2147483648" r:id="Re52dfa41093a4fc8"/>
  </p:sldMasterIdLst>
  <p:notesMasterIdLst>
    <p:notesMasterId xmlns:r="http://schemas.openxmlformats.org/officeDocument/2006/relationships" r:id="Rb4640a3e7821418d"/>
  </p:notesMasterIdLst>
  <p:sldIdLst>
    <p:sldId xmlns:r="http://schemas.openxmlformats.org/officeDocument/2006/relationships" id="256" r:id="R0659719cd3a54a8f"/>
    <p:sldId xmlns:r="http://schemas.openxmlformats.org/officeDocument/2006/relationships" id="257" r:id="Rc36ab354f5fc4828"/>
    <p:sldId xmlns:r="http://schemas.openxmlformats.org/officeDocument/2006/relationships" id="258" r:id="Rdc9c57237b314c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a3ff30a8224e34" /><Relationship Type="http://schemas.openxmlformats.org/officeDocument/2006/relationships/slideMaster" Target="/ppt/slideMasters/slideMaster1.xml" Id="Re52dfa41093a4fc8" /><Relationship Type="http://schemas.openxmlformats.org/officeDocument/2006/relationships/notesMaster" Target="/ppt/notesMasters/notesMaster1.xml" Id="Rb4640a3e7821418d" /><Relationship Type="http://schemas.openxmlformats.org/officeDocument/2006/relationships/presProps" Target="/ppt/presProps.xml" Id="R4b25bb64f92949a0" /><Relationship Type="http://schemas.openxmlformats.org/officeDocument/2006/relationships/tableStyles" Target="/ppt/tableStyles.xml" Id="R32821135dfa64ed7" /><Relationship Type="http://schemas.openxmlformats.org/officeDocument/2006/relationships/slide" Target="/ppt/slides/slide1.xml" Id="R0659719cd3a54a8f" /><Relationship Type="http://schemas.openxmlformats.org/officeDocument/2006/relationships/slide" Target="/ppt/slides/slide2.xml" Id="Rc36ab354f5fc4828" /><Relationship Type="http://schemas.openxmlformats.org/officeDocument/2006/relationships/slide" Target="/ppt/slides/slide3.xml" Id="Rdc9c57237b314c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368cee5f8140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6b0fd16477456e" /><Relationship Type="http://schemas.openxmlformats.org/officeDocument/2006/relationships/notesMaster" Target="/ppt/notesMasters/notesMaster1.xml" Id="R6232c30ce07b4d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80e712f9e94427" /><Relationship Type="http://schemas.openxmlformats.org/officeDocument/2006/relationships/notesMaster" Target="/ppt/notesMasters/notesMaster1.xml" Id="R7e88f56d6fc042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5988ea56534f0f" /><Relationship Type="http://schemas.openxmlformats.org/officeDocument/2006/relationships/notesMaster" Target="/ppt/notesMasters/notesMaster1.xml" Id="R8ae2bdb588f14a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Desk supports US health system strategy research and service planning. The intended report has the three required sections shown here. It reduces the need to assemble source material by hand while keeping evidence near the summary; time savings and ROI remain unmeasured. Users confirm the condition and scope, inspect source passages and dates, then export cited Markdown or JSON. This is organizational research, with no patient intake or treatment selection. The local prototype is partial: current-care support requires an applicable current US guideline, and the latest example has no accepted general-section statements.</a:t>
            </a:r>
          </a:p>
          <a:p xmlns:a="http://schemas.openxmlformats.org/drawingml/2006/main">
            <a:r>
              <a:t/>
            </a:r>
          </a:p>
          <a:p xmlns:a="http://schemas.openxmlformats.org/drawingml/2006/main">
            <a:r>
              <a:t>Sources: Wiki/Concepts/healthcare-product-scope.md; healthcare-discovery-summary.md; healthcare-briefing-interface.md; healthcare-evidence-runtime.md; healthcare-evidence-scope-trace.md. Product state: October 27,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uses fixed biomedical connectors, source identity checks and saved source versions. Condition, subtype, population, study activity and claim-specific support are checked before accepted statements enter the report. Ordering uses evidence type, results, relevant dates and stable IDs; it is a research aid rather than a clinical truth score. The model reads selected evidence within bounded permissions and proposes cited text; it cannot choose source authority or bypass the rules. Every accepted claim links to an exact saved passage or field. Known reports of one study are linked as an evidence family; unknown overlap remains unknown. Potential opposing findings are retained for review, and the detector can miss nuanced disagreement. The diabetes trace showed missing population/activity gates: replay of the original snapshots removed both misplaced trial/sponsor statements while preserving historical reports. NCT01954147 itself excludes pregnancy; pregnancy-specific literature was a separate source.</a:t>
            </a:r>
          </a:p>
          <a:p xmlns:a="http://schemas.openxmlformats.org/drawingml/2006/main">
            <a:r>
              <a:t/>
            </a:r>
          </a:p>
          <a:p xmlns:a="http://schemas.openxmlformats.org/drawingml/2006/main">
            <a:r>
              <a:t>Sources: Wiki/Concepts/healthcare-evidence-runtime.md; healthcare-evidence-policy.md; healthcare-data-and-provenance.md; healthcare-sourcing-plan.md; healthcare-evidence-scope-trace.md.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local prototype, with no new clinical claims added. Saved live run 71402689-3f21-48b2-977a-56e7cce27885 under policy us-evidence-2026-10-27.v3 retrieves eight citations and accepts six structured statements for three specific-population trials and their sponsors. Six model candidates are withheld. The general current-care, emerging and organization sections remain unavailable in that bounded sample. The prototype has no registered current US guideline or FDA adapter. Thirty-six backend tests plus recorded build/browser checks passed; these engineering observations do not measure clinical accuracy. A reviewed pilot should establish guideline access and source-use permissions, name a domain reviewer, validate representative accepted and withheld claims, and prepare identity, reliable jobs, backups and retention. Measure analyst time to a usable briefing, claim support/relevance, useful coverage, run completion time and cost before expanding scope. Dates and commercial terms are not agreed.</a:t>
            </a:r>
          </a:p>
          <a:p xmlns:a="http://schemas.openxmlformats.org/drawingml/2006/main">
            <a:r>
              <a:t/>
            </a:r>
          </a:p>
          <a:p xmlns:a="http://schemas.openxmlformats.org/drawingml/2006/main">
            <a:r>
              <a:t>Sources: Wiki/Projects/healthcare-system.md; Wiki/Concepts/healthcare-evidence-runtime.md; healthcare-evidence-scope-trace.md; healthcare-evaluation-plan.md; healthcare-security-and-governance.md. Screenshot: saved local application captured October 27, 2026 in America/New_York.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486055074444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831d7671f440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13412753f149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b004a835af41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294357389c40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6a8b4b73c341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E6650A-195C-4874-8704-0BCDE7A59F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610BC88-3E41-43BA-A9B8-1DB229E847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ED26E93-7CED-4A7E-978D-F215BE08CB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853A4A-88BC-41C2-ABC6-0AE5AF03DB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8016FA-97B2-4A12-A308-9C1C9C4C06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551193-FD54-4D9A-AB56-54306E2E8D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A35A28-1812-4463-8DBE-0D5A5404DE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392C02-7012-408C-B8A1-4C318A0B1D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4467F2-798D-4ECE-915B-F34D9D709E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B9D5DB-D46A-4037-BBAF-E20E5A2C9A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775a2dd46b4d72" /><Relationship Type="http://schemas.openxmlformats.org/officeDocument/2006/relationships/slideLayout" Target="/ppt/slideLayouts/slideLayout1.xml" Id="Rf4cab950d618499e" /><Relationship Type="http://schemas.openxmlformats.org/officeDocument/2006/relationships/slideLayout" Target="/ppt/slideLayouts/slideLayout2.xml" Id="Rf8b7962d78754d68" /><Relationship Type="http://schemas.openxmlformats.org/officeDocument/2006/relationships/slideLayout" Target="/ppt/slideLayouts/slideLayout3.xml" Id="Rbff16df3e2e54d64" /><Relationship Type="http://schemas.openxmlformats.org/officeDocument/2006/relationships/slideLayout" Target="/ppt/slideLayouts/slideLayout4.xml" Id="Rf69e1c502d4f4758" /><Relationship Type="http://schemas.openxmlformats.org/officeDocument/2006/relationships/slideLayout" Target="/ppt/slideLayouts/slideLayout5.xml" Id="R43ed6f127da64020" /><Relationship Type="http://schemas.openxmlformats.org/officeDocument/2006/relationships/slideLayout" Target="/ppt/slideLayouts/slideLayout6.xml" Id="R7438fae102d241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cab950d618499e"/>
    <p:sldLayoutId xmlns:r="http://schemas.openxmlformats.org/officeDocument/2006/relationships" id="2147483650" r:id="Rf8b7962d78754d68"/>
    <p:sldLayoutId xmlns:r="http://schemas.openxmlformats.org/officeDocument/2006/relationships" id="2147483651" r:id="Rbff16df3e2e54d64"/>
    <p:sldLayoutId xmlns:r="http://schemas.openxmlformats.org/officeDocument/2006/relationships" id="2147483652" r:id="Rf69e1c502d4f4758"/>
    <p:sldLayoutId xmlns:r="http://schemas.openxmlformats.org/officeDocument/2006/relationships" id="2147483653" r:id="R43ed6f127da64020"/>
    <p:sldLayoutId xmlns:r="http://schemas.openxmlformats.org/officeDocument/2006/relationships" id="2147483654" r:id="R7438fae102d241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95a44c24d14c10" /><Relationship Type="http://schemas.openxmlformats.org/officeDocument/2006/relationships/notesSlide" Target="/ppt/notesSlides/notesSlide1.xml" Id="Rce801244733c4e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e2c98816cf4238" /><Relationship Type="http://schemas.openxmlformats.org/officeDocument/2006/relationships/notesSlide" Target="/ppt/notesSlides/notesSlide2.xml" Id="R26c85db5678e4f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23303a88214782" /><Relationship Type="http://schemas.openxmlformats.org/officeDocument/2006/relationships/image" Target="/ppt/media/image.png" Id="R7730c4913bc74b79" /><Relationship Type="http://schemas.openxmlformats.org/officeDocument/2006/relationships/notesSlide" Target="/ppt/notesSlides/notesSlide3.xml" Id="R3fb0d7b5c8ea4e5a" /></Relationships>
</file>

<file path=ppt/slides/slide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B9B66919-AAD2-4993-8869-86F27760D266}"/>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173B37"/>
                </a:solidFill>
                <a:latin typeface="Aptos"/>
                <a:ea typeface="Aptos"/>
                <a:cs typeface="Aptos"/>
              </a:defRPr>
            </a:defPPr>
            <a:lvl1pPr>
              <a:defRPr sz="3450" b="1">
                <a:solidFill>
                  <a:srgbClr val="173B37"/>
                </a:solidFill>
                <a:latin typeface="Aptos"/>
                <a:ea typeface="Aptos"/>
                <a:cs typeface="Aptos"/>
              </a:defRPr>
            </a:lvl1pPr>
            <a:lvl2pPr>
              <a:defRPr sz="3450" b="1">
                <a:solidFill>
                  <a:srgbClr val="173B37"/>
                </a:solidFill>
                <a:latin typeface="Aptos"/>
                <a:ea typeface="Aptos"/>
                <a:cs typeface="Aptos"/>
              </a:defRPr>
            </a:lvl2pPr>
            <a:lvl3pPr>
              <a:defRPr sz="3450" b="1">
                <a:solidFill>
                  <a:srgbClr val="173B37"/>
                </a:solidFill>
                <a:latin typeface="Aptos"/>
                <a:ea typeface="Aptos"/>
                <a:cs typeface="Aptos"/>
              </a:defRPr>
            </a:lvl3pPr>
            <a:lvl4pPr>
              <a:defRPr sz="3450" b="1">
                <a:solidFill>
                  <a:srgbClr val="173B37"/>
                </a:solidFill>
                <a:latin typeface="Aptos"/>
                <a:ea typeface="Aptos"/>
                <a:cs typeface="Aptos"/>
              </a:defRPr>
            </a:lvl4pPr>
            <a:lvl5pPr>
              <a:defRPr sz="3450" b="1">
                <a:solidFill>
                  <a:srgbClr val="173B37"/>
                </a:solidFill>
                <a:latin typeface="Aptos"/>
                <a:ea typeface="Aptos"/>
                <a:cs typeface="Aptos"/>
              </a:defRPr>
            </a:lvl5pPr>
            <a:lvl6pPr>
              <a:defRPr sz="3450" b="1">
                <a:solidFill>
                  <a:srgbClr val="173B37"/>
                </a:solidFill>
                <a:latin typeface="Aptos"/>
                <a:ea typeface="Aptos"/>
                <a:cs typeface="Aptos"/>
              </a:defRPr>
            </a:lvl6pPr>
            <a:lvl7pPr>
              <a:defRPr sz="3450" b="1">
                <a:solidFill>
                  <a:srgbClr val="173B37"/>
                </a:solidFill>
                <a:latin typeface="Aptos"/>
                <a:ea typeface="Aptos"/>
                <a:cs typeface="Aptos"/>
              </a:defRPr>
            </a:lvl7pPr>
            <a:lvl8pPr>
              <a:defRPr sz="3450" b="1">
                <a:solidFill>
                  <a:srgbClr val="173B37"/>
                </a:solidFill>
                <a:latin typeface="Aptos"/>
                <a:ea typeface="Aptos"/>
                <a:cs typeface="Aptos"/>
              </a:defRPr>
            </a:lvl8pPr>
            <a:lvl9pPr>
              <a:defRPr sz="3450" b="1">
                <a:solidFill>
                  <a:srgbClr val="173B37"/>
                </a:solidFill>
                <a:latin typeface="Aptos"/>
                <a:ea typeface="Aptos"/>
                <a:cs typeface="Aptos"/>
              </a:defRPr>
            </a:lvl9pPr>
          </a:lstStyle>
          <a:p xmlns:a="http://schemas.openxmlformats.org/drawingml/2006/main">
            <a:pPr>
              <a:defRPr sz="3450" b="1">
                <a:solidFill>
                  <a:srgbClr val="173B37"/>
                </a:solidFill>
                <a:latin typeface="Aptos"/>
                <a:ea typeface="Aptos"/>
                <a:cs typeface="Aptos"/>
              </a:defRPr>
            </a:pPr>
            <a:r>
              <a:rPr sz="3450" b="1">
                <a:solidFill>
                  <a:srgbClr val="173B37"/>
                </a:solidFill>
                <a:latin typeface="Aptos"/>
                <a:ea typeface="Aptos"/>
                <a:cs typeface="Aptos"/>
              </a:rPr>
              <a:t>Evidence Desk</a:t>
            </a:r>
          </a:p>
        </p:txBody>
      </p:sp>
      <p:sp>
        <p:nvSpPr>
          <p:cNvPr id="3" name="Slide number">
            <a:extLst xmlns:a="http://schemas.openxmlformats.org/drawingml/2006/main">
              <a:ext uri="{FF2B5EF4-FFF2-40B4-BE49-F238E27FC236}">
                <a16:creationId xmlns:a16="http://schemas.microsoft.com/office/drawing/2014/main" id="{6C8FD2F3-8ABB-4157-A619-6E4EE4D58302}"/>
              </a:ext>
            </a:extLst>
          </p:cNvPr>
          <p:cNvSpPr>
            <a:spLocks xmlns:a="http://schemas.openxmlformats.org/drawingml/2006/main" noGrp="1"/>
          </p:cNvSpPr>
          <p:nvPr/>
        </p:nvSpPr>
        <p:spPr>
          <a:xfrm xmlns:a="http://schemas.openxmlformats.org/drawingml/2006/main">
            <a:off x="11144250" y="64198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1756F"/>
                </a:solidFill>
                <a:latin typeface="Aptos"/>
                <a:ea typeface="Aptos"/>
                <a:cs typeface="Aptos"/>
              </a:defRPr>
            </a:defPPr>
            <a:lvl1pPr>
              <a:defRPr sz="1350" b="0">
                <a:solidFill>
                  <a:srgbClr val="61756F"/>
                </a:solidFill>
                <a:latin typeface="Aptos"/>
                <a:ea typeface="Aptos"/>
                <a:cs typeface="Aptos"/>
              </a:defRPr>
            </a:lvl1pPr>
            <a:lvl2pPr>
              <a:defRPr sz="1350" b="0">
                <a:solidFill>
                  <a:srgbClr val="61756F"/>
                </a:solidFill>
                <a:latin typeface="Aptos"/>
                <a:ea typeface="Aptos"/>
                <a:cs typeface="Aptos"/>
              </a:defRPr>
            </a:lvl2pPr>
            <a:lvl3pPr>
              <a:defRPr sz="1350" b="0">
                <a:solidFill>
                  <a:srgbClr val="61756F"/>
                </a:solidFill>
                <a:latin typeface="Aptos"/>
                <a:ea typeface="Aptos"/>
                <a:cs typeface="Aptos"/>
              </a:defRPr>
            </a:lvl3pPr>
            <a:lvl4pPr>
              <a:defRPr sz="1350" b="0">
                <a:solidFill>
                  <a:srgbClr val="61756F"/>
                </a:solidFill>
                <a:latin typeface="Aptos"/>
                <a:ea typeface="Aptos"/>
                <a:cs typeface="Aptos"/>
              </a:defRPr>
            </a:lvl4pPr>
            <a:lvl5pPr>
              <a:defRPr sz="1350" b="0">
                <a:solidFill>
                  <a:srgbClr val="61756F"/>
                </a:solidFill>
                <a:latin typeface="Aptos"/>
                <a:ea typeface="Aptos"/>
                <a:cs typeface="Aptos"/>
              </a:defRPr>
            </a:lvl5pPr>
            <a:lvl6pPr>
              <a:defRPr sz="1350" b="0">
                <a:solidFill>
                  <a:srgbClr val="61756F"/>
                </a:solidFill>
                <a:latin typeface="Aptos"/>
                <a:ea typeface="Aptos"/>
                <a:cs typeface="Aptos"/>
              </a:defRPr>
            </a:lvl6pPr>
            <a:lvl7pPr>
              <a:defRPr sz="1350" b="0">
                <a:solidFill>
                  <a:srgbClr val="61756F"/>
                </a:solidFill>
                <a:latin typeface="Aptos"/>
                <a:ea typeface="Aptos"/>
                <a:cs typeface="Aptos"/>
              </a:defRPr>
            </a:lvl7pPr>
            <a:lvl8pPr>
              <a:defRPr sz="1350" b="0">
                <a:solidFill>
                  <a:srgbClr val="61756F"/>
                </a:solidFill>
                <a:latin typeface="Aptos"/>
                <a:ea typeface="Aptos"/>
                <a:cs typeface="Aptos"/>
              </a:defRPr>
            </a:lvl8pPr>
            <a:lvl9pPr>
              <a:defRPr sz="1350" b="0">
                <a:solidFill>
                  <a:srgbClr val="61756F"/>
                </a:solidFill>
                <a:latin typeface="Aptos"/>
                <a:ea typeface="Aptos"/>
                <a:cs typeface="Aptos"/>
              </a:defRPr>
            </a:lvl9pPr>
          </a:lstStyle>
          <a:p xmlns:a="http://schemas.openxmlformats.org/drawingml/2006/main">
            <a:pPr>
              <a:defRPr sz="1350" b="0">
                <a:solidFill>
                  <a:srgbClr val="61756F"/>
                </a:solidFill>
                <a:latin typeface="Aptos"/>
                <a:ea typeface="Aptos"/>
                <a:cs typeface="Aptos"/>
              </a:defRPr>
            </a:pPr>
            <a:r>
              <a:rPr sz="1350" b="0">
                <a:solidFill>
                  <a:srgbClr val="61756F"/>
                </a:solidFill>
                <a:latin typeface="Aptos"/>
                <a:ea typeface="Aptos"/>
                <a:cs typeface="Aptos"/>
              </a:rPr>
              <a:t>01</a:t>
            </a:r>
          </a:p>
        </p:txBody>
      </p:sp>
      <p:sp>
        <p:nvSpPr>
          <p:cNvPr id="4" name="A cited condition briefing for health system strat">
            <a:extLst xmlns:a="http://schemas.openxmlformats.org/drawingml/2006/main">
              <a:ext uri="{FF2B5EF4-FFF2-40B4-BE49-F238E27FC236}">
                <a16:creationId xmlns:a16="http://schemas.microsoft.com/office/drawing/2014/main" id="{570991C3-DEDF-4E30-8B99-A5DD79B267E1}"/>
              </a:ext>
            </a:extLst>
          </p:cNvPr>
          <p:cNvSpPr>
            <a:spLocks xmlns:a="http://schemas.openxmlformats.org/drawingml/2006/main" noGrp="1"/>
          </p:cNvSpPr>
          <p:nvPr/>
        </p:nvSpPr>
        <p:spPr>
          <a:xfrm xmlns:a="http://schemas.openxmlformats.org/drawingml/2006/main">
            <a:off x="704850" y="159067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006C60"/>
                </a:solidFill>
                <a:latin typeface="Aptos"/>
                <a:ea typeface="Aptos"/>
                <a:cs typeface="Aptos"/>
              </a:defRPr>
            </a:defPPr>
            <a:lvl1pPr>
              <a:defRPr sz="2700" b="1">
                <a:solidFill>
                  <a:srgbClr val="006C60"/>
                </a:solidFill>
                <a:latin typeface="Aptos"/>
                <a:ea typeface="Aptos"/>
                <a:cs typeface="Aptos"/>
              </a:defRPr>
            </a:lvl1pPr>
            <a:lvl2pPr>
              <a:defRPr sz="2700" b="1">
                <a:solidFill>
                  <a:srgbClr val="006C60"/>
                </a:solidFill>
                <a:latin typeface="Aptos"/>
                <a:ea typeface="Aptos"/>
                <a:cs typeface="Aptos"/>
              </a:defRPr>
            </a:lvl2pPr>
            <a:lvl3pPr>
              <a:defRPr sz="2700" b="1">
                <a:solidFill>
                  <a:srgbClr val="006C60"/>
                </a:solidFill>
                <a:latin typeface="Aptos"/>
                <a:ea typeface="Aptos"/>
                <a:cs typeface="Aptos"/>
              </a:defRPr>
            </a:lvl3pPr>
            <a:lvl4pPr>
              <a:defRPr sz="2700" b="1">
                <a:solidFill>
                  <a:srgbClr val="006C60"/>
                </a:solidFill>
                <a:latin typeface="Aptos"/>
                <a:ea typeface="Aptos"/>
                <a:cs typeface="Aptos"/>
              </a:defRPr>
            </a:lvl4pPr>
            <a:lvl5pPr>
              <a:defRPr sz="2700" b="1">
                <a:solidFill>
                  <a:srgbClr val="006C60"/>
                </a:solidFill>
                <a:latin typeface="Aptos"/>
                <a:ea typeface="Aptos"/>
                <a:cs typeface="Aptos"/>
              </a:defRPr>
            </a:lvl5pPr>
            <a:lvl6pPr>
              <a:defRPr sz="2700" b="1">
                <a:solidFill>
                  <a:srgbClr val="006C60"/>
                </a:solidFill>
                <a:latin typeface="Aptos"/>
                <a:ea typeface="Aptos"/>
                <a:cs typeface="Aptos"/>
              </a:defRPr>
            </a:lvl6pPr>
            <a:lvl7pPr>
              <a:defRPr sz="2700" b="1">
                <a:solidFill>
                  <a:srgbClr val="006C60"/>
                </a:solidFill>
                <a:latin typeface="Aptos"/>
                <a:ea typeface="Aptos"/>
                <a:cs typeface="Aptos"/>
              </a:defRPr>
            </a:lvl7pPr>
            <a:lvl8pPr>
              <a:defRPr sz="2700" b="1">
                <a:solidFill>
                  <a:srgbClr val="006C60"/>
                </a:solidFill>
                <a:latin typeface="Aptos"/>
                <a:ea typeface="Aptos"/>
                <a:cs typeface="Aptos"/>
              </a:defRPr>
            </a:lvl8pPr>
            <a:lvl9pPr>
              <a:defRPr sz="2700" b="1">
                <a:solidFill>
                  <a:srgbClr val="006C60"/>
                </a:solidFill>
                <a:latin typeface="Aptos"/>
                <a:ea typeface="Aptos"/>
                <a:cs typeface="Aptos"/>
              </a:defRPr>
            </a:lvl9pPr>
          </a:lstStyle>
          <a:p xmlns:a="http://schemas.openxmlformats.org/drawingml/2006/main">
            <a:pPr>
              <a:defRPr sz="2700" b="1">
                <a:solidFill>
                  <a:srgbClr val="006C60"/>
                </a:solidFill>
                <a:latin typeface="Aptos"/>
                <a:ea typeface="Aptos"/>
                <a:cs typeface="Aptos"/>
              </a:defRPr>
            </a:pPr>
            <a:r>
              <a:rPr sz="2700" b="1">
                <a:solidFill>
                  <a:srgbClr val="006C60"/>
                </a:solidFill>
                <a:latin typeface="Aptos"/>
                <a:ea typeface="Aptos"/>
                <a:cs typeface="Aptos"/>
              </a:rPr>
              <a:t>A cited condition briefing for health system strategy</a:t>
            </a:r>
          </a:p>
        </p:txBody>
      </p:sp>
      <p:sp>
        <p:nvSpPr>
          <p:cNvPr id="5" name="One workspace to assemble the care landscape, rese">
            <a:extLst xmlns:a="http://schemas.openxmlformats.org/drawingml/2006/main">
              <a:ext uri="{FF2B5EF4-FFF2-40B4-BE49-F238E27FC236}">
                <a16:creationId xmlns:a16="http://schemas.microsoft.com/office/drawing/2014/main" id="{AEF13945-911C-407C-81DC-0DA8EE846DE0}"/>
              </a:ext>
            </a:extLst>
          </p:cNvPr>
          <p:cNvSpPr>
            <a:spLocks xmlns:a="http://schemas.openxmlformats.org/drawingml/2006/main" noGrp="1"/>
          </p:cNvSpPr>
          <p:nvPr/>
        </p:nvSpPr>
        <p:spPr>
          <a:xfrm xmlns:a="http://schemas.openxmlformats.org/drawingml/2006/main">
            <a:off x="704850" y="2362200"/>
            <a:ext cx="10525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61756F"/>
                </a:solidFill>
                <a:latin typeface="Aptos"/>
                <a:ea typeface="Aptos"/>
                <a:cs typeface="Aptos"/>
              </a:defRPr>
            </a:defPPr>
            <a:lvl1pPr>
              <a:defRPr sz="2025" b="0">
                <a:solidFill>
                  <a:srgbClr val="61756F"/>
                </a:solidFill>
                <a:latin typeface="Aptos"/>
                <a:ea typeface="Aptos"/>
                <a:cs typeface="Aptos"/>
              </a:defRPr>
            </a:lvl1pPr>
            <a:lvl2pPr>
              <a:defRPr sz="2025" b="0">
                <a:solidFill>
                  <a:srgbClr val="61756F"/>
                </a:solidFill>
                <a:latin typeface="Aptos"/>
                <a:ea typeface="Aptos"/>
                <a:cs typeface="Aptos"/>
              </a:defRPr>
            </a:lvl2pPr>
            <a:lvl3pPr>
              <a:defRPr sz="2025" b="0">
                <a:solidFill>
                  <a:srgbClr val="61756F"/>
                </a:solidFill>
                <a:latin typeface="Aptos"/>
                <a:ea typeface="Aptos"/>
                <a:cs typeface="Aptos"/>
              </a:defRPr>
            </a:lvl3pPr>
            <a:lvl4pPr>
              <a:defRPr sz="2025" b="0">
                <a:solidFill>
                  <a:srgbClr val="61756F"/>
                </a:solidFill>
                <a:latin typeface="Aptos"/>
                <a:ea typeface="Aptos"/>
                <a:cs typeface="Aptos"/>
              </a:defRPr>
            </a:lvl4pPr>
            <a:lvl5pPr>
              <a:defRPr sz="2025" b="0">
                <a:solidFill>
                  <a:srgbClr val="61756F"/>
                </a:solidFill>
                <a:latin typeface="Aptos"/>
                <a:ea typeface="Aptos"/>
                <a:cs typeface="Aptos"/>
              </a:defRPr>
            </a:lvl5pPr>
            <a:lvl6pPr>
              <a:defRPr sz="2025" b="0">
                <a:solidFill>
                  <a:srgbClr val="61756F"/>
                </a:solidFill>
                <a:latin typeface="Aptos"/>
                <a:ea typeface="Aptos"/>
                <a:cs typeface="Aptos"/>
              </a:defRPr>
            </a:lvl6pPr>
            <a:lvl7pPr>
              <a:defRPr sz="2025" b="0">
                <a:solidFill>
                  <a:srgbClr val="61756F"/>
                </a:solidFill>
                <a:latin typeface="Aptos"/>
                <a:ea typeface="Aptos"/>
                <a:cs typeface="Aptos"/>
              </a:defRPr>
            </a:lvl7pPr>
            <a:lvl8pPr>
              <a:defRPr sz="2025" b="0">
                <a:solidFill>
                  <a:srgbClr val="61756F"/>
                </a:solidFill>
                <a:latin typeface="Aptos"/>
                <a:ea typeface="Aptos"/>
                <a:cs typeface="Aptos"/>
              </a:defRPr>
            </a:lvl8pPr>
            <a:lvl9pPr>
              <a:defRPr sz="2025" b="0">
                <a:solidFill>
                  <a:srgbClr val="61756F"/>
                </a:solidFill>
                <a:latin typeface="Aptos"/>
                <a:ea typeface="Aptos"/>
                <a:cs typeface="Aptos"/>
              </a:defRPr>
            </a:lvl9pPr>
          </a:lstStyle>
          <a:p xmlns:a="http://schemas.openxmlformats.org/drawingml/2006/main">
            <a:pPr>
              <a:defRPr sz="2025" b="0">
                <a:solidFill>
                  <a:srgbClr val="61756F"/>
                </a:solidFill>
                <a:latin typeface="Aptos"/>
                <a:ea typeface="Aptos"/>
                <a:cs typeface="Aptos"/>
              </a:defRPr>
            </a:pPr>
            <a:r>
              <a:rPr sz="2025" b="0">
                <a:solidFill>
                  <a:srgbClr val="61756F"/>
                </a:solidFill>
                <a:latin typeface="Aptos"/>
                <a:ea typeface="Aptos"/>
                <a:cs typeface="Aptos"/>
              </a:rPr>
              <a:t>One workspace to assemble the care landscape, research pipeline and organizations involved</a:t>
            </a:r>
          </a:p>
        </p:txBody>
      </p:sp>
      <p:sp>
        <p:nvSpPr>
          <p:cNvPr id="6" name="Current care">
            <a:extLst xmlns:a="http://schemas.openxmlformats.org/drawingml/2006/main">
              <a:ext uri="{FF2B5EF4-FFF2-40B4-BE49-F238E27FC236}">
                <a16:creationId xmlns:a16="http://schemas.microsoft.com/office/drawing/2014/main" id="{D74F39C1-7E05-4C15-85CE-F9D96066DCA1}"/>
              </a:ext>
            </a:extLst>
          </p:cNvPr>
          <p:cNvSpPr>
            <a:spLocks xmlns:a="http://schemas.openxmlformats.org/drawingml/2006/main" noGrp="1"/>
          </p:cNvSpPr>
          <p:nvPr/>
        </p:nvSpPr>
        <p:spPr>
          <a:xfrm xmlns:a="http://schemas.openxmlformats.org/drawingml/2006/main">
            <a:off x="704850" y="3400425"/>
            <a:ext cx="327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3B37"/>
                </a:solidFill>
                <a:latin typeface="Aptos"/>
                <a:ea typeface="Aptos"/>
                <a:cs typeface="Aptos"/>
              </a:defRPr>
            </a:defPPr>
            <a:lvl1pPr>
              <a:defRPr sz="2325" b="1">
                <a:solidFill>
                  <a:srgbClr val="173B37"/>
                </a:solidFill>
                <a:latin typeface="Aptos"/>
                <a:ea typeface="Aptos"/>
                <a:cs typeface="Aptos"/>
              </a:defRPr>
            </a:lvl1pPr>
            <a:lvl2pPr>
              <a:defRPr sz="2325" b="1">
                <a:solidFill>
                  <a:srgbClr val="173B37"/>
                </a:solidFill>
                <a:latin typeface="Aptos"/>
                <a:ea typeface="Aptos"/>
                <a:cs typeface="Aptos"/>
              </a:defRPr>
            </a:lvl2pPr>
            <a:lvl3pPr>
              <a:defRPr sz="2325" b="1">
                <a:solidFill>
                  <a:srgbClr val="173B37"/>
                </a:solidFill>
                <a:latin typeface="Aptos"/>
                <a:ea typeface="Aptos"/>
                <a:cs typeface="Aptos"/>
              </a:defRPr>
            </a:lvl3pPr>
            <a:lvl4pPr>
              <a:defRPr sz="2325" b="1">
                <a:solidFill>
                  <a:srgbClr val="173B37"/>
                </a:solidFill>
                <a:latin typeface="Aptos"/>
                <a:ea typeface="Aptos"/>
                <a:cs typeface="Aptos"/>
              </a:defRPr>
            </a:lvl4pPr>
            <a:lvl5pPr>
              <a:defRPr sz="2325" b="1">
                <a:solidFill>
                  <a:srgbClr val="173B37"/>
                </a:solidFill>
                <a:latin typeface="Aptos"/>
                <a:ea typeface="Aptos"/>
                <a:cs typeface="Aptos"/>
              </a:defRPr>
            </a:lvl5pPr>
            <a:lvl6pPr>
              <a:defRPr sz="2325" b="1">
                <a:solidFill>
                  <a:srgbClr val="173B37"/>
                </a:solidFill>
                <a:latin typeface="Aptos"/>
                <a:ea typeface="Aptos"/>
                <a:cs typeface="Aptos"/>
              </a:defRPr>
            </a:lvl6pPr>
            <a:lvl7pPr>
              <a:defRPr sz="2325" b="1">
                <a:solidFill>
                  <a:srgbClr val="173B37"/>
                </a:solidFill>
                <a:latin typeface="Aptos"/>
                <a:ea typeface="Aptos"/>
                <a:cs typeface="Aptos"/>
              </a:defRPr>
            </a:lvl7pPr>
            <a:lvl8pPr>
              <a:defRPr sz="2325" b="1">
                <a:solidFill>
                  <a:srgbClr val="173B37"/>
                </a:solidFill>
                <a:latin typeface="Aptos"/>
                <a:ea typeface="Aptos"/>
                <a:cs typeface="Aptos"/>
              </a:defRPr>
            </a:lvl8pPr>
            <a:lvl9pPr>
              <a:defRPr sz="2325" b="1">
                <a:solidFill>
                  <a:srgbClr val="173B37"/>
                </a:solidFill>
                <a:latin typeface="Aptos"/>
                <a:ea typeface="Aptos"/>
                <a:cs typeface="Aptos"/>
              </a:defRPr>
            </a:lvl9pPr>
          </a:lstStyle>
          <a:p xmlns:a="http://schemas.openxmlformats.org/drawingml/2006/main">
            <a:pPr>
              <a:defRPr sz="2325" b="1">
                <a:solidFill>
                  <a:srgbClr val="173B37"/>
                </a:solidFill>
                <a:latin typeface="Aptos"/>
                <a:ea typeface="Aptos"/>
                <a:cs typeface="Aptos"/>
              </a:defRPr>
            </a:pPr>
            <a:r>
              <a:rPr sz="2325" b="1">
                <a:solidFill>
                  <a:srgbClr val="173B37"/>
                </a:solidFill>
                <a:latin typeface="Aptos"/>
                <a:ea typeface="Aptos"/>
                <a:cs typeface="Aptos"/>
              </a:rPr>
              <a:t>Current care</a:t>
            </a:r>
          </a:p>
        </p:txBody>
      </p:sp>
      <p:sp>
        <p:nvSpPr>
          <p:cNvPr id="7" name="Applicable guidance,&#10;its date and population">
            <a:extLst xmlns:a="http://schemas.openxmlformats.org/drawingml/2006/main">
              <a:ext uri="{FF2B5EF4-FFF2-40B4-BE49-F238E27FC236}">
                <a16:creationId xmlns:a16="http://schemas.microsoft.com/office/drawing/2014/main" id="{2F9171B5-E0B9-427D-A629-3AD29C0FAD8C}"/>
              </a:ext>
            </a:extLst>
          </p:cNvPr>
          <p:cNvSpPr>
            <a:spLocks xmlns:a="http://schemas.openxmlformats.org/drawingml/2006/main" noGrp="1"/>
          </p:cNvSpPr>
          <p:nvPr/>
        </p:nvSpPr>
        <p:spPr>
          <a:xfrm xmlns:a="http://schemas.openxmlformats.org/drawingml/2006/main">
            <a:off x="704850" y="4343400"/>
            <a:ext cx="327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3B37"/>
                </a:solidFill>
                <a:latin typeface="Aptos"/>
                <a:ea typeface="Aptos"/>
                <a:cs typeface="Aptos"/>
              </a:defRPr>
            </a:defPPr>
            <a:lvl1pPr>
              <a:defRPr sz="2025" b="0">
                <a:solidFill>
                  <a:srgbClr val="173B37"/>
                </a:solidFill>
                <a:latin typeface="Aptos"/>
                <a:ea typeface="Aptos"/>
                <a:cs typeface="Aptos"/>
              </a:defRPr>
            </a:lvl1pPr>
            <a:lvl2pPr>
              <a:defRPr sz="2025" b="0">
                <a:solidFill>
                  <a:srgbClr val="173B37"/>
                </a:solidFill>
                <a:latin typeface="Aptos"/>
                <a:ea typeface="Aptos"/>
                <a:cs typeface="Aptos"/>
              </a:defRPr>
            </a:lvl2pPr>
            <a:lvl3pPr>
              <a:defRPr sz="2025" b="0">
                <a:solidFill>
                  <a:srgbClr val="173B37"/>
                </a:solidFill>
                <a:latin typeface="Aptos"/>
                <a:ea typeface="Aptos"/>
                <a:cs typeface="Aptos"/>
              </a:defRPr>
            </a:lvl3pPr>
            <a:lvl4pPr>
              <a:defRPr sz="2025" b="0">
                <a:solidFill>
                  <a:srgbClr val="173B37"/>
                </a:solidFill>
                <a:latin typeface="Aptos"/>
                <a:ea typeface="Aptos"/>
                <a:cs typeface="Aptos"/>
              </a:defRPr>
            </a:lvl4pPr>
            <a:lvl5pPr>
              <a:defRPr sz="2025" b="0">
                <a:solidFill>
                  <a:srgbClr val="173B37"/>
                </a:solidFill>
                <a:latin typeface="Aptos"/>
                <a:ea typeface="Aptos"/>
                <a:cs typeface="Aptos"/>
              </a:defRPr>
            </a:lvl5pPr>
            <a:lvl6pPr>
              <a:defRPr sz="2025" b="0">
                <a:solidFill>
                  <a:srgbClr val="173B37"/>
                </a:solidFill>
                <a:latin typeface="Aptos"/>
                <a:ea typeface="Aptos"/>
                <a:cs typeface="Aptos"/>
              </a:defRPr>
            </a:lvl6pPr>
            <a:lvl7pPr>
              <a:defRPr sz="2025" b="0">
                <a:solidFill>
                  <a:srgbClr val="173B37"/>
                </a:solidFill>
                <a:latin typeface="Aptos"/>
                <a:ea typeface="Aptos"/>
                <a:cs typeface="Aptos"/>
              </a:defRPr>
            </a:lvl7pPr>
            <a:lvl8pPr>
              <a:defRPr sz="2025" b="0">
                <a:solidFill>
                  <a:srgbClr val="173B37"/>
                </a:solidFill>
                <a:latin typeface="Aptos"/>
                <a:ea typeface="Aptos"/>
                <a:cs typeface="Aptos"/>
              </a:defRPr>
            </a:lvl8pPr>
            <a:lvl9pPr>
              <a:defRPr sz="2025" b="0">
                <a:solidFill>
                  <a:srgbClr val="173B37"/>
                </a:solidFill>
                <a:latin typeface="Aptos"/>
                <a:ea typeface="Aptos"/>
                <a:cs typeface="Aptos"/>
              </a:defRPr>
            </a:lvl9pPr>
          </a:lstStyle>
          <a:p xmlns:a="http://schemas.openxmlformats.org/drawingml/2006/main">
            <a:pPr>
              <a:defRPr sz="2025" b="0">
                <a:solidFill>
                  <a:srgbClr val="173B37"/>
                </a:solidFill>
                <a:latin typeface="Aptos"/>
                <a:ea typeface="Aptos"/>
                <a:cs typeface="Aptos"/>
              </a:defRPr>
            </a:pPr>
            <a:r>
              <a:rPr sz="2025" b="0">
                <a:solidFill>
                  <a:srgbClr val="173B37"/>
                </a:solidFill>
                <a:latin typeface="Aptos"/>
                <a:ea typeface="Aptos"/>
                <a:cs typeface="Aptos"/>
              </a:rPr>
              <a:t>Applicable guidance,</a:t>
            </a:r>
          </a:p>
          <a:p xmlns:a="http://schemas.openxmlformats.org/drawingml/2006/main">
            <a:pPr>
              <a:defRPr sz="2025" b="0">
                <a:solidFill>
                  <a:srgbClr val="173B37"/>
                </a:solidFill>
                <a:latin typeface="Aptos"/>
                <a:ea typeface="Aptos"/>
                <a:cs typeface="Aptos"/>
              </a:defRPr>
            </a:pPr>
            <a:r>
              <a:rPr sz="2025" b="0">
                <a:solidFill>
                  <a:srgbClr val="173B37"/>
                </a:solidFill>
                <a:latin typeface="Aptos"/>
                <a:ea typeface="Aptos"/>
                <a:cs typeface="Aptos"/>
              </a:rPr>
              <a:t>its date and population</a:t>
            </a:r>
          </a:p>
        </p:txBody>
      </p:sp>
      <p:sp>
        <p:nvSpPr>
          <p:cNvPr id="8" name="Emerging treatments">
            <a:extLst xmlns:a="http://schemas.openxmlformats.org/drawingml/2006/main">
              <a:ext uri="{FF2B5EF4-FFF2-40B4-BE49-F238E27FC236}">
                <a16:creationId xmlns:a16="http://schemas.microsoft.com/office/drawing/2014/main" id="{36329289-3B5D-41B2-B270-9E14291A7ED8}"/>
              </a:ext>
            </a:extLst>
          </p:cNvPr>
          <p:cNvSpPr>
            <a:spLocks xmlns:a="http://schemas.openxmlformats.org/drawingml/2006/main" noGrp="1"/>
          </p:cNvSpPr>
          <p:nvPr/>
        </p:nvSpPr>
        <p:spPr>
          <a:xfrm xmlns:a="http://schemas.openxmlformats.org/drawingml/2006/main">
            <a:off x="4438650" y="3400425"/>
            <a:ext cx="327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3B37"/>
                </a:solidFill>
                <a:latin typeface="Aptos"/>
                <a:ea typeface="Aptos"/>
                <a:cs typeface="Aptos"/>
              </a:defRPr>
            </a:defPPr>
            <a:lvl1pPr>
              <a:defRPr sz="2325" b="1">
                <a:solidFill>
                  <a:srgbClr val="173B37"/>
                </a:solidFill>
                <a:latin typeface="Aptos"/>
                <a:ea typeface="Aptos"/>
                <a:cs typeface="Aptos"/>
              </a:defRPr>
            </a:lvl1pPr>
            <a:lvl2pPr>
              <a:defRPr sz="2325" b="1">
                <a:solidFill>
                  <a:srgbClr val="173B37"/>
                </a:solidFill>
                <a:latin typeface="Aptos"/>
                <a:ea typeface="Aptos"/>
                <a:cs typeface="Aptos"/>
              </a:defRPr>
            </a:lvl2pPr>
            <a:lvl3pPr>
              <a:defRPr sz="2325" b="1">
                <a:solidFill>
                  <a:srgbClr val="173B37"/>
                </a:solidFill>
                <a:latin typeface="Aptos"/>
                <a:ea typeface="Aptos"/>
                <a:cs typeface="Aptos"/>
              </a:defRPr>
            </a:lvl3pPr>
            <a:lvl4pPr>
              <a:defRPr sz="2325" b="1">
                <a:solidFill>
                  <a:srgbClr val="173B37"/>
                </a:solidFill>
                <a:latin typeface="Aptos"/>
                <a:ea typeface="Aptos"/>
                <a:cs typeface="Aptos"/>
              </a:defRPr>
            </a:lvl4pPr>
            <a:lvl5pPr>
              <a:defRPr sz="2325" b="1">
                <a:solidFill>
                  <a:srgbClr val="173B37"/>
                </a:solidFill>
                <a:latin typeface="Aptos"/>
                <a:ea typeface="Aptos"/>
                <a:cs typeface="Aptos"/>
              </a:defRPr>
            </a:lvl5pPr>
            <a:lvl6pPr>
              <a:defRPr sz="2325" b="1">
                <a:solidFill>
                  <a:srgbClr val="173B37"/>
                </a:solidFill>
                <a:latin typeface="Aptos"/>
                <a:ea typeface="Aptos"/>
                <a:cs typeface="Aptos"/>
              </a:defRPr>
            </a:lvl6pPr>
            <a:lvl7pPr>
              <a:defRPr sz="2325" b="1">
                <a:solidFill>
                  <a:srgbClr val="173B37"/>
                </a:solidFill>
                <a:latin typeface="Aptos"/>
                <a:ea typeface="Aptos"/>
                <a:cs typeface="Aptos"/>
              </a:defRPr>
            </a:lvl7pPr>
            <a:lvl8pPr>
              <a:defRPr sz="2325" b="1">
                <a:solidFill>
                  <a:srgbClr val="173B37"/>
                </a:solidFill>
                <a:latin typeface="Aptos"/>
                <a:ea typeface="Aptos"/>
                <a:cs typeface="Aptos"/>
              </a:defRPr>
            </a:lvl8pPr>
            <a:lvl9pPr>
              <a:defRPr sz="2325" b="1">
                <a:solidFill>
                  <a:srgbClr val="173B37"/>
                </a:solidFill>
                <a:latin typeface="Aptos"/>
                <a:ea typeface="Aptos"/>
                <a:cs typeface="Aptos"/>
              </a:defRPr>
            </a:lvl9pPr>
          </a:lstStyle>
          <a:p xmlns:a="http://schemas.openxmlformats.org/drawingml/2006/main">
            <a:pPr>
              <a:defRPr sz="2325" b="1">
                <a:solidFill>
                  <a:srgbClr val="173B37"/>
                </a:solidFill>
                <a:latin typeface="Aptos"/>
                <a:ea typeface="Aptos"/>
                <a:cs typeface="Aptos"/>
              </a:defRPr>
            </a:pPr>
            <a:r>
              <a:rPr sz="2325" b="1">
                <a:solidFill>
                  <a:srgbClr val="173B37"/>
                </a:solidFill>
                <a:latin typeface="Aptos"/>
                <a:ea typeface="Aptos"/>
                <a:cs typeface="Aptos"/>
              </a:rPr>
              <a:t>Emerging treatments</a:t>
            </a:r>
          </a:p>
        </p:txBody>
      </p:sp>
      <p:sp>
        <p:nvSpPr>
          <p:cNvPr id="9" name="Study stage, activity&#10;and results availability">
            <a:extLst xmlns:a="http://schemas.openxmlformats.org/drawingml/2006/main">
              <a:ext uri="{FF2B5EF4-FFF2-40B4-BE49-F238E27FC236}">
                <a16:creationId xmlns:a16="http://schemas.microsoft.com/office/drawing/2014/main" id="{956250B0-BE4D-4A85-9C7D-7B88F53600BF}"/>
              </a:ext>
            </a:extLst>
          </p:cNvPr>
          <p:cNvSpPr>
            <a:spLocks xmlns:a="http://schemas.openxmlformats.org/drawingml/2006/main" noGrp="1"/>
          </p:cNvSpPr>
          <p:nvPr/>
        </p:nvSpPr>
        <p:spPr>
          <a:xfrm xmlns:a="http://schemas.openxmlformats.org/drawingml/2006/main">
            <a:off x="4438650" y="4343400"/>
            <a:ext cx="327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3B37"/>
                </a:solidFill>
                <a:latin typeface="Aptos"/>
                <a:ea typeface="Aptos"/>
                <a:cs typeface="Aptos"/>
              </a:defRPr>
            </a:defPPr>
            <a:lvl1pPr>
              <a:defRPr sz="2025" b="0">
                <a:solidFill>
                  <a:srgbClr val="173B37"/>
                </a:solidFill>
                <a:latin typeface="Aptos"/>
                <a:ea typeface="Aptos"/>
                <a:cs typeface="Aptos"/>
              </a:defRPr>
            </a:lvl1pPr>
            <a:lvl2pPr>
              <a:defRPr sz="2025" b="0">
                <a:solidFill>
                  <a:srgbClr val="173B37"/>
                </a:solidFill>
                <a:latin typeface="Aptos"/>
                <a:ea typeface="Aptos"/>
                <a:cs typeface="Aptos"/>
              </a:defRPr>
            </a:lvl2pPr>
            <a:lvl3pPr>
              <a:defRPr sz="2025" b="0">
                <a:solidFill>
                  <a:srgbClr val="173B37"/>
                </a:solidFill>
                <a:latin typeface="Aptos"/>
                <a:ea typeface="Aptos"/>
                <a:cs typeface="Aptos"/>
              </a:defRPr>
            </a:lvl3pPr>
            <a:lvl4pPr>
              <a:defRPr sz="2025" b="0">
                <a:solidFill>
                  <a:srgbClr val="173B37"/>
                </a:solidFill>
                <a:latin typeface="Aptos"/>
                <a:ea typeface="Aptos"/>
                <a:cs typeface="Aptos"/>
              </a:defRPr>
            </a:lvl4pPr>
            <a:lvl5pPr>
              <a:defRPr sz="2025" b="0">
                <a:solidFill>
                  <a:srgbClr val="173B37"/>
                </a:solidFill>
                <a:latin typeface="Aptos"/>
                <a:ea typeface="Aptos"/>
                <a:cs typeface="Aptos"/>
              </a:defRPr>
            </a:lvl5pPr>
            <a:lvl6pPr>
              <a:defRPr sz="2025" b="0">
                <a:solidFill>
                  <a:srgbClr val="173B37"/>
                </a:solidFill>
                <a:latin typeface="Aptos"/>
                <a:ea typeface="Aptos"/>
                <a:cs typeface="Aptos"/>
              </a:defRPr>
            </a:lvl6pPr>
            <a:lvl7pPr>
              <a:defRPr sz="2025" b="0">
                <a:solidFill>
                  <a:srgbClr val="173B37"/>
                </a:solidFill>
                <a:latin typeface="Aptos"/>
                <a:ea typeface="Aptos"/>
                <a:cs typeface="Aptos"/>
              </a:defRPr>
            </a:lvl7pPr>
            <a:lvl8pPr>
              <a:defRPr sz="2025" b="0">
                <a:solidFill>
                  <a:srgbClr val="173B37"/>
                </a:solidFill>
                <a:latin typeface="Aptos"/>
                <a:ea typeface="Aptos"/>
                <a:cs typeface="Aptos"/>
              </a:defRPr>
            </a:lvl8pPr>
            <a:lvl9pPr>
              <a:defRPr sz="2025" b="0">
                <a:solidFill>
                  <a:srgbClr val="173B37"/>
                </a:solidFill>
                <a:latin typeface="Aptos"/>
                <a:ea typeface="Aptos"/>
                <a:cs typeface="Aptos"/>
              </a:defRPr>
            </a:lvl9pPr>
          </a:lstStyle>
          <a:p xmlns:a="http://schemas.openxmlformats.org/drawingml/2006/main">
            <a:pPr>
              <a:defRPr sz="2025" b="0">
                <a:solidFill>
                  <a:srgbClr val="173B37"/>
                </a:solidFill>
                <a:latin typeface="Aptos"/>
                <a:ea typeface="Aptos"/>
                <a:cs typeface="Aptos"/>
              </a:defRPr>
            </a:pPr>
            <a:r>
              <a:rPr sz="2025" b="0">
                <a:solidFill>
                  <a:srgbClr val="173B37"/>
                </a:solidFill>
                <a:latin typeface="Aptos"/>
                <a:ea typeface="Aptos"/>
                <a:cs typeface="Aptos"/>
              </a:rPr>
              <a:t>Study stage, activity</a:t>
            </a:r>
          </a:p>
          <a:p xmlns:a="http://schemas.openxmlformats.org/drawingml/2006/main">
            <a:pPr>
              <a:defRPr sz="2025" b="0">
                <a:solidFill>
                  <a:srgbClr val="173B37"/>
                </a:solidFill>
                <a:latin typeface="Aptos"/>
                <a:ea typeface="Aptos"/>
                <a:cs typeface="Aptos"/>
              </a:defRPr>
            </a:pPr>
            <a:r>
              <a:rPr sz="2025" b="0">
                <a:solidFill>
                  <a:srgbClr val="173B37"/>
                </a:solidFill>
                <a:latin typeface="Aptos"/>
                <a:ea typeface="Aptos"/>
                <a:cs typeface="Aptos"/>
              </a:rPr>
              <a:t>and results availability</a:t>
            </a:r>
          </a:p>
        </p:txBody>
      </p:sp>
      <p:sp>
        <p:nvSpPr>
          <p:cNvPr id="10" name="Companies &amp;&#10;institutions">
            <a:extLst xmlns:a="http://schemas.openxmlformats.org/drawingml/2006/main">
              <a:ext uri="{FF2B5EF4-FFF2-40B4-BE49-F238E27FC236}">
                <a16:creationId xmlns:a16="http://schemas.microsoft.com/office/drawing/2014/main" id="{C4837158-089C-48CC-A307-E1A91E494FBE}"/>
              </a:ext>
            </a:extLst>
          </p:cNvPr>
          <p:cNvSpPr>
            <a:spLocks xmlns:a="http://schemas.openxmlformats.org/drawingml/2006/main" noGrp="1"/>
          </p:cNvSpPr>
          <p:nvPr/>
        </p:nvSpPr>
        <p:spPr>
          <a:xfrm xmlns:a="http://schemas.openxmlformats.org/drawingml/2006/main">
            <a:off x="8172450" y="3400425"/>
            <a:ext cx="327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3B37"/>
                </a:solidFill>
                <a:latin typeface="Aptos"/>
                <a:ea typeface="Aptos"/>
                <a:cs typeface="Aptos"/>
              </a:defRPr>
            </a:defPPr>
            <a:lvl1pPr>
              <a:defRPr sz="2325" b="1">
                <a:solidFill>
                  <a:srgbClr val="173B37"/>
                </a:solidFill>
                <a:latin typeface="Aptos"/>
                <a:ea typeface="Aptos"/>
                <a:cs typeface="Aptos"/>
              </a:defRPr>
            </a:lvl1pPr>
            <a:lvl2pPr>
              <a:defRPr sz="2325" b="1">
                <a:solidFill>
                  <a:srgbClr val="173B37"/>
                </a:solidFill>
                <a:latin typeface="Aptos"/>
                <a:ea typeface="Aptos"/>
                <a:cs typeface="Aptos"/>
              </a:defRPr>
            </a:lvl2pPr>
            <a:lvl3pPr>
              <a:defRPr sz="2325" b="1">
                <a:solidFill>
                  <a:srgbClr val="173B37"/>
                </a:solidFill>
                <a:latin typeface="Aptos"/>
                <a:ea typeface="Aptos"/>
                <a:cs typeface="Aptos"/>
              </a:defRPr>
            </a:lvl3pPr>
            <a:lvl4pPr>
              <a:defRPr sz="2325" b="1">
                <a:solidFill>
                  <a:srgbClr val="173B37"/>
                </a:solidFill>
                <a:latin typeface="Aptos"/>
                <a:ea typeface="Aptos"/>
                <a:cs typeface="Aptos"/>
              </a:defRPr>
            </a:lvl4pPr>
            <a:lvl5pPr>
              <a:defRPr sz="2325" b="1">
                <a:solidFill>
                  <a:srgbClr val="173B37"/>
                </a:solidFill>
                <a:latin typeface="Aptos"/>
                <a:ea typeface="Aptos"/>
                <a:cs typeface="Aptos"/>
              </a:defRPr>
            </a:lvl5pPr>
            <a:lvl6pPr>
              <a:defRPr sz="2325" b="1">
                <a:solidFill>
                  <a:srgbClr val="173B37"/>
                </a:solidFill>
                <a:latin typeface="Aptos"/>
                <a:ea typeface="Aptos"/>
                <a:cs typeface="Aptos"/>
              </a:defRPr>
            </a:lvl6pPr>
            <a:lvl7pPr>
              <a:defRPr sz="2325" b="1">
                <a:solidFill>
                  <a:srgbClr val="173B37"/>
                </a:solidFill>
                <a:latin typeface="Aptos"/>
                <a:ea typeface="Aptos"/>
                <a:cs typeface="Aptos"/>
              </a:defRPr>
            </a:lvl7pPr>
            <a:lvl8pPr>
              <a:defRPr sz="2325" b="1">
                <a:solidFill>
                  <a:srgbClr val="173B37"/>
                </a:solidFill>
                <a:latin typeface="Aptos"/>
                <a:ea typeface="Aptos"/>
                <a:cs typeface="Aptos"/>
              </a:defRPr>
            </a:lvl8pPr>
            <a:lvl9pPr>
              <a:defRPr sz="2325" b="1">
                <a:solidFill>
                  <a:srgbClr val="173B37"/>
                </a:solidFill>
                <a:latin typeface="Aptos"/>
                <a:ea typeface="Aptos"/>
                <a:cs typeface="Aptos"/>
              </a:defRPr>
            </a:lvl9pPr>
          </a:lstStyle>
          <a:p xmlns:a="http://schemas.openxmlformats.org/drawingml/2006/main">
            <a:pPr>
              <a:defRPr sz="2325" b="1">
                <a:solidFill>
                  <a:srgbClr val="173B37"/>
                </a:solidFill>
                <a:latin typeface="Aptos"/>
                <a:ea typeface="Aptos"/>
                <a:cs typeface="Aptos"/>
              </a:defRPr>
            </a:pPr>
            <a:r>
              <a:rPr sz="2325" b="1">
                <a:solidFill>
                  <a:srgbClr val="173B37"/>
                </a:solidFill>
                <a:latin typeface="Aptos"/>
                <a:ea typeface="Aptos"/>
                <a:cs typeface="Aptos"/>
              </a:rPr>
              <a:t>Companies &amp;</a:t>
            </a:r>
          </a:p>
          <a:p xmlns:a="http://schemas.openxmlformats.org/drawingml/2006/main">
            <a:pPr>
              <a:defRPr sz="2325" b="1">
                <a:solidFill>
                  <a:srgbClr val="173B37"/>
                </a:solidFill>
                <a:latin typeface="Aptos"/>
                <a:ea typeface="Aptos"/>
                <a:cs typeface="Aptos"/>
              </a:defRPr>
            </a:pPr>
            <a:r>
              <a:rPr sz="2325" b="1">
                <a:solidFill>
                  <a:srgbClr val="173B37"/>
                </a:solidFill>
                <a:latin typeface="Aptos"/>
                <a:ea typeface="Aptos"/>
                <a:cs typeface="Aptos"/>
              </a:rPr>
              <a:t>institutions</a:t>
            </a:r>
          </a:p>
        </p:txBody>
      </p:sp>
      <p:sp>
        <p:nvSpPr>
          <p:cNvPr id="11" name="Documented roles linked&#10;to the underlying research">
            <a:extLst xmlns:a="http://schemas.openxmlformats.org/drawingml/2006/main">
              <a:ext uri="{FF2B5EF4-FFF2-40B4-BE49-F238E27FC236}">
                <a16:creationId xmlns:a16="http://schemas.microsoft.com/office/drawing/2014/main" id="{36CF1A2D-8B0F-4E7E-BB41-910737F76534}"/>
              </a:ext>
            </a:extLst>
          </p:cNvPr>
          <p:cNvSpPr>
            <a:spLocks xmlns:a="http://schemas.openxmlformats.org/drawingml/2006/main" noGrp="1"/>
          </p:cNvSpPr>
          <p:nvPr/>
        </p:nvSpPr>
        <p:spPr>
          <a:xfrm xmlns:a="http://schemas.openxmlformats.org/drawingml/2006/main">
            <a:off x="8172450" y="4343400"/>
            <a:ext cx="327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3B37"/>
                </a:solidFill>
                <a:latin typeface="Aptos"/>
                <a:ea typeface="Aptos"/>
                <a:cs typeface="Aptos"/>
              </a:defRPr>
            </a:defPPr>
            <a:lvl1pPr>
              <a:defRPr sz="2025" b="0">
                <a:solidFill>
                  <a:srgbClr val="173B37"/>
                </a:solidFill>
                <a:latin typeface="Aptos"/>
                <a:ea typeface="Aptos"/>
                <a:cs typeface="Aptos"/>
              </a:defRPr>
            </a:lvl1pPr>
            <a:lvl2pPr>
              <a:defRPr sz="2025" b="0">
                <a:solidFill>
                  <a:srgbClr val="173B37"/>
                </a:solidFill>
                <a:latin typeface="Aptos"/>
                <a:ea typeface="Aptos"/>
                <a:cs typeface="Aptos"/>
              </a:defRPr>
            </a:lvl2pPr>
            <a:lvl3pPr>
              <a:defRPr sz="2025" b="0">
                <a:solidFill>
                  <a:srgbClr val="173B37"/>
                </a:solidFill>
                <a:latin typeface="Aptos"/>
                <a:ea typeface="Aptos"/>
                <a:cs typeface="Aptos"/>
              </a:defRPr>
            </a:lvl3pPr>
            <a:lvl4pPr>
              <a:defRPr sz="2025" b="0">
                <a:solidFill>
                  <a:srgbClr val="173B37"/>
                </a:solidFill>
                <a:latin typeface="Aptos"/>
                <a:ea typeface="Aptos"/>
                <a:cs typeface="Aptos"/>
              </a:defRPr>
            </a:lvl4pPr>
            <a:lvl5pPr>
              <a:defRPr sz="2025" b="0">
                <a:solidFill>
                  <a:srgbClr val="173B37"/>
                </a:solidFill>
                <a:latin typeface="Aptos"/>
                <a:ea typeface="Aptos"/>
                <a:cs typeface="Aptos"/>
              </a:defRPr>
            </a:lvl5pPr>
            <a:lvl6pPr>
              <a:defRPr sz="2025" b="0">
                <a:solidFill>
                  <a:srgbClr val="173B37"/>
                </a:solidFill>
                <a:latin typeface="Aptos"/>
                <a:ea typeface="Aptos"/>
                <a:cs typeface="Aptos"/>
              </a:defRPr>
            </a:lvl6pPr>
            <a:lvl7pPr>
              <a:defRPr sz="2025" b="0">
                <a:solidFill>
                  <a:srgbClr val="173B37"/>
                </a:solidFill>
                <a:latin typeface="Aptos"/>
                <a:ea typeface="Aptos"/>
                <a:cs typeface="Aptos"/>
              </a:defRPr>
            </a:lvl7pPr>
            <a:lvl8pPr>
              <a:defRPr sz="2025" b="0">
                <a:solidFill>
                  <a:srgbClr val="173B37"/>
                </a:solidFill>
                <a:latin typeface="Aptos"/>
                <a:ea typeface="Aptos"/>
                <a:cs typeface="Aptos"/>
              </a:defRPr>
            </a:lvl8pPr>
            <a:lvl9pPr>
              <a:defRPr sz="2025" b="0">
                <a:solidFill>
                  <a:srgbClr val="173B37"/>
                </a:solidFill>
                <a:latin typeface="Aptos"/>
                <a:ea typeface="Aptos"/>
                <a:cs typeface="Aptos"/>
              </a:defRPr>
            </a:lvl9pPr>
          </a:lstStyle>
          <a:p xmlns:a="http://schemas.openxmlformats.org/drawingml/2006/main">
            <a:pPr>
              <a:defRPr sz="2025" b="0">
                <a:solidFill>
                  <a:srgbClr val="173B37"/>
                </a:solidFill>
                <a:latin typeface="Aptos"/>
                <a:ea typeface="Aptos"/>
                <a:cs typeface="Aptos"/>
              </a:defRPr>
            </a:pPr>
            <a:r>
              <a:rPr sz="2025" b="0">
                <a:solidFill>
                  <a:srgbClr val="173B37"/>
                </a:solidFill>
                <a:latin typeface="Aptos"/>
                <a:ea typeface="Aptos"/>
                <a:cs typeface="Aptos"/>
              </a:rPr>
              <a:t>Documented roles linked</a:t>
            </a:r>
          </a:p>
          <a:p xmlns:a="http://schemas.openxmlformats.org/drawingml/2006/main">
            <a:pPr>
              <a:defRPr sz="2025" b="0">
                <a:solidFill>
                  <a:srgbClr val="173B37"/>
                </a:solidFill>
                <a:latin typeface="Aptos"/>
                <a:ea typeface="Aptos"/>
                <a:cs typeface="Aptos"/>
              </a:defRPr>
            </a:pPr>
            <a:r>
              <a:rPr sz="2025" b="0">
                <a:solidFill>
                  <a:srgbClr val="173B37"/>
                </a:solidFill>
                <a:latin typeface="Aptos"/>
                <a:ea typeface="Aptos"/>
                <a:cs typeface="Aptos"/>
              </a:rPr>
              <a:t>to the underlying research</a:t>
            </a:r>
          </a:p>
        </p:txBody>
      </p:sp>
      <p:sp>
        <p:nvSpPr>
          <p:cNvPr id="12" name="The analyst confirms a condition, inspects the evi">
            <a:extLst xmlns:a="http://schemas.openxmlformats.org/drawingml/2006/main">
              <a:ext uri="{FF2B5EF4-FFF2-40B4-BE49-F238E27FC236}">
                <a16:creationId xmlns:a16="http://schemas.microsoft.com/office/drawing/2014/main" id="{7C524052-6B76-4EC8-AABE-CF4654BD035C}"/>
              </a:ext>
            </a:extLst>
          </p:cNvPr>
          <p:cNvSpPr>
            <a:spLocks xmlns:a="http://schemas.openxmlformats.org/drawingml/2006/main" noGrp="1"/>
          </p:cNvSpPr>
          <p:nvPr/>
        </p:nvSpPr>
        <p:spPr>
          <a:xfrm xmlns:a="http://schemas.openxmlformats.org/drawingml/2006/main">
            <a:off x="704850" y="5638800"/>
            <a:ext cx="10429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006C60"/>
                </a:solidFill>
                <a:latin typeface="Aptos"/>
                <a:ea typeface="Aptos"/>
                <a:cs typeface="Aptos"/>
              </a:defRPr>
            </a:defPPr>
            <a:lvl1pPr>
              <a:defRPr sz="2100" b="1">
                <a:solidFill>
                  <a:srgbClr val="006C60"/>
                </a:solidFill>
                <a:latin typeface="Aptos"/>
                <a:ea typeface="Aptos"/>
                <a:cs typeface="Aptos"/>
              </a:defRPr>
            </a:lvl1pPr>
            <a:lvl2pPr>
              <a:defRPr sz="2100" b="1">
                <a:solidFill>
                  <a:srgbClr val="006C60"/>
                </a:solidFill>
                <a:latin typeface="Aptos"/>
                <a:ea typeface="Aptos"/>
                <a:cs typeface="Aptos"/>
              </a:defRPr>
            </a:lvl2pPr>
            <a:lvl3pPr>
              <a:defRPr sz="2100" b="1">
                <a:solidFill>
                  <a:srgbClr val="006C60"/>
                </a:solidFill>
                <a:latin typeface="Aptos"/>
                <a:ea typeface="Aptos"/>
                <a:cs typeface="Aptos"/>
              </a:defRPr>
            </a:lvl3pPr>
            <a:lvl4pPr>
              <a:defRPr sz="2100" b="1">
                <a:solidFill>
                  <a:srgbClr val="006C60"/>
                </a:solidFill>
                <a:latin typeface="Aptos"/>
                <a:ea typeface="Aptos"/>
                <a:cs typeface="Aptos"/>
              </a:defRPr>
            </a:lvl4pPr>
            <a:lvl5pPr>
              <a:defRPr sz="2100" b="1">
                <a:solidFill>
                  <a:srgbClr val="006C60"/>
                </a:solidFill>
                <a:latin typeface="Aptos"/>
                <a:ea typeface="Aptos"/>
                <a:cs typeface="Aptos"/>
              </a:defRPr>
            </a:lvl5pPr>
            <a:lvl6pPr>
              <a:defRPr sz="2100" b="1">
                <a:solidFill>
                  <a:srgbClr val="006C60"/>
                </a:solidFill>
                <a:latin typeface="Aptos"/>
                <a:ea typeface="Aptos"/>
                <a:cs typeface="Aptos"/>
              </a:defRPr>
            </a:lvl6pPr>
            <a:lvl7pPr>
              <a:defRPr sz="2100" b="1">
                <a:solidFill>
                  <a:srgbClr val="006C60"/>
                </a:solidFill>
                <a:latin typeface="Aptos"/>
                <a:ea typeface="Aptos"/>
                <a:cs typeface="Aptos"/>
              </a:defRPr>
            </a:lvl7pPr>
            <a:lvl8pPr>
              <a:defRPr sz="2100" b="1">
                <a:solidFill>
                  <a:srgbClr val="006C60"/>
                </a:solidFill>
                <a:latin typeface="Aptos"/>
                <a:ea typeface="Aptos"/>
                <a:cs typeface="Aptos"/>
              </a:defRPr>
            </a:lvl8pPr>
            <a:lvl9pPr>
              <a:defRPr sz="2100" b="1">
                <a:solidFill>
                  <a:srgbClr val="006C60"/>
                </a:solidFill>
                <a:latin typeface="Aptos"/>
                <a:ea typeface="Aptos"/>
                <a:cs typeface="Aptos"/>
              </a:defRPr>
            </a:lvl9pPr>
          </a:lstStyle>
          <a:p xmlns:a="http://schemas.openxmlformats.org/drawingml/2006/main">
            <a:pPr>
              <a:defRPr sz="2100" b="1">
                <a:solidFill>
                  <a:srgbClr val="006C60"/>
                </a:solidFill>
                <a:latin typeface="Aptos"/>
                <a:ea typeface="Aptos"/>
                <a:cs typeface="Aptos"/>
              </a:defRPr>
            </a:pPr>
            <a:r>
              <a:rPr sz="2100" b="1">
                <a:solidFill>
                  <a:srgbClr val="006C60"/>
                </a:solidFill>
                <a:latin typeface="Aptos"/>
                <a:ea typeface="Aptos"/>
                <a:cs typeface="Aptos"/>
              </a:rPr>
              <a:t>The analyst confirms a condition, inspects the evidence, then exports a cited report.</a:t>
            </a:r>
          </a:p>
        </p:txBody>
      </p:sp>
    </p:spTree>
    <p:extLst>
      <p:ext uri="{BB962C8B-B14F-4D97-AF65-F5344CB8AC3E}">
        <p14:creationId xmlns:p14="http://schemas.microsoft.com/office/powerpoint/2010/main" val="1043856139"/>
      </p:ext>
    </p:extLst>
  </p:cSld>
</p:sld>
</file>

<file path=ppt/slides/slide2.xml><?xml version="1.0" encoding="utf-8"?>
<p:sld xmlns:p="http://schemas.openxmlformats.org/presentationml/2006/main">
  <p:cSld>
    <p:bg>
      <p:bgPr>
        <a:solidFill xmlns:a="http://schemas.openxmlformats.org/drawingml/2006/main">
          <a:srgbClr val="0B292A"/>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432A821-4332-4581-BBE7-865AB765BFDF}"/>
              </a:ext>
            </a:extLst>
          </p:cNvPr>
          <p:cNvCxnSpPr>
            <a:stCxn xmlns:a="http://schemas.openxmlformats.org/drawingml/2006/main" id="11" idx="2"/>
            <a:endCxn xmlns:a="http://schemas.openxmlformats.org/drawingml/2006/main" id="14" idx="0"/>
          </p:cNvCxnSpPr>
          <p:nvPr/>
        </p:nvCxnSpPr>
        <p:spPr>
          <a:xfrm xmlns:a="http://schemas.openxmlformats.org/drawingml/2006/main">
            <a:off x="6038850" y="3124200"/>
            <a:ext cx="0" cy="809625"/>
          </a:xfrm>
          <a:prstGeom xmlns:a="http://schemas.openxmlformats.org/drawingml/2006/main" prst="straightConnector1">
            <a:avLst/>
          </a:prstGeom>
          <a:ln xmlns:a="http://schemas.openxmlformats.org/drawingml/2006/main" w="19050">
            <a:solidFill>
              <a:srgbClr val="B8DED4"/>
            </a:solidFill>
            <a:tailEnd type="triangle" w="sm" len="sm"/>
          </a:ln>
        </p:spPr>
      </p:cxnSp>
      <p:cxnSp>
        <p:nvCxnSpPr>
          <p:cNvPr id="3" name="">
            <a:extLst xmlns:a="http://schemas.openxmlformats.org/drawingml/2006/main">
              <a:ext uri="{FF2B5EF4-FFF2-40B4-BE49-F238E27FC236}">
                <a16:creationId xmlns:a16="http://schemas.microsoft.com/office/drawing/2014/main" id="{BE5DB85C-8161-4671-B4ED-051386BA5A5A}"/>
              </a:ext>
            </a:extLst>
          </p:cNvPr>
          <p:cNvCxnSpPr>
            <a:stCxn xmlns:a="http://schemas.openxmlformats.org/drawingml/2006/main" id="12" idx="3"/>
            <a:endCxn xmlns:a="http://schemas.openxmlformats.org/drawingml/2006/main" id="13" idx="1"/>
          </p:cNvCxnSpPr>
          <p:nvPr/>
        </p:nvCxnSpPr>
        <p:spPr>
          <a:xfrm xmlns:a="http://schemas.openxmlformats.org/drawingml/2006/main">
            <a:off x="9182100" y="2590800"/>
            <a:ext cx="285750" cy="0"/>
          </a:xfrm>
          <a:prstGeom xmlns:a="http://schemas.openxmlformats.org/drawingml/2006/main" prst="straightConnector1">
            <a:avLst/>
          </a:prstGeom>
          <a:ln xmlns:a="http://schemas.openxmlformats.org/drawingml/2006/main" w="19050">
            <a:solidFill>
              <a:srgbClr val="B8DED4"/>
            </a:solidFill>
            <a:tailEnd type="triangle" w="sm" len="sm"/>
          </a:ln>
        </p:spPr>
      </p:cxnSp>
      <p:cxnSp>
        <p:nvCxnSpPr>
          <p:cNvPr id="4" name="">
            <a:extLst xmlns:a="http://schemas.openxmlformats.org/drawingml/2006/main">
              <a:ext uri="{FF2B5EF4-FFF2-40B4-BE49-F238E27FC236}">
                <a16:creationId xmlns:a16="http://schemas.microsoft.com/office/drawing/2014/main" id="{5E0CB507-C5B0-4DFB-A97E-8A1E4FB87821}"/>
              </a:ext>
            </a:extLst>
          </p:cNvPr>
          <p:cNvCxnSpPr>
            <a:stCxn xmlns:a="http://schemas.openxmlformats.org/drawingml/2006/main" id="11" idx="3"/>
            <a:endCxn xmlns:a="http://schemas.openxmlformats.org/drawingml/2006/main" id="12" idx="1"/>
          </p:cNvCxnSpPr>
          <p:nvPr/>
        </p:nvCxnSpPr>
        <p:spPr>
          <a:xfrm xmlns:a="http://schemas.openxmlformats.org/drawingml/2006/main">
            <a:off x="6991350" y="2590800"/>
            <a:ext cx="285750" cy="0"/>
          </a:xfrm>
          <a:prstGeom xmlns:a="http://schemas.openxmlformats.org/drawingml/2006/main" prst="straightConnector1">
            <a:avLst/>
          </a:prstGeom>
          <a:ln xmlns:a="http://schemas.openxmlformats.org/drawingml/2006/main" w="19050">
            <a:solidFill>
              <a:srgbClr val="B8DED4"/>
            </a:solidFill>
            <a:tailEnd type="triangle" w="sm" len="sm"/>
          </a:ln>
        </p:spPr>
      </p:cxnSp>
      <p:cxnSp>
        <p:nvCxnSpPr>
          <p:cNvPr id="5" name="">
            <a:extLst xmlns:a="http://schemas.openxmlformats.org/drawingml/2006/main">
              <a:ext uri="{FF2B5EF4-FFF2-40B4-BE49-F238E27FC236}">
                <a16:creationId xmlns:a16="http://schemas.microsoft.com/office/drawing/2014/main" id="{52260C4F-65CF-4A82-A295-119488CF3453}"/>
              </a:ext>
            </a:extLst>
          </p:cNvPr>
          <p:cNvCxnSpPr>
            <a:stCxn xmlns:a="http://schemas.openxmlformats.org/drawingml/2006/main" id="10" idx="3"/>
            <a:endCxn xmlns:a="http://schemas.openxmlformats.org/drawingml/2006/main" id="11" idx="1"/>
          </p:cNvCxnSpPr>
          <p:nvPr/>
        </p:nvCxnSpPr>
        <p:spPr>
          <a:xfrm xmlns:a="http://schemas.openxmlformats.org/drawingml/2006/main">
            <a:off x="4800600" y="2590800"/>
            <a:ext cx="285750" cy="0"/>
          </a:xfrm>
          <a:prstGeom xmlns:a="http://schemas.openxmlformats.org/drawingml/2006/main" prst="straightConnector1">
            <a:avLst/>
          </a:prstGeom>
          <a:ln xmlns:a="http://schemas.openxmlformats.org/drawingml/2006/main" w="19050">
            <a:solidFill>
              <a:srgbClr val="B8DED4"/>
            </a:solidFill>
            <a:tailEnd type="triangle" w="sm" len="sm"/>
          </a:ln>
        </p:spPr>
      </p:cxnSp>
      <p:cxnSp>
        <p:nvCxnSpPr>
          <p:cNvPr id="6" name="">
            <a:extLst xmlns:a="http://schemas.openxmlformats.org/drawingml/2006/main">
              <a:ext uri="{FF2B5EF4-FFF2-40B4-BE49-F238E27FC236}">
                <a16:creationId xmlns:a16="http://schemas.microsoft.com/office/drawing/2014/main" id="{AF85D918-09D0-4CF1-A782-D65134C5A155}"/>
              </a:ext>
            </a:extLst>
          </p:cNvPr>
          <p:cNvCxnSpPr>
            <a:stCxn xmlns:a="http://schemas.openxmlformats.org/drawingml/2006/main" id="9" idx="3"/>
            <a:endCxn xmlns:a="http://schemas.openxmlformats.org/drawingml/2006/main" id="10" idx="1"/>
          </p:cNvCxnSpPr>
          <p:nvPr/>
        </p:nvCxnSpPr>
        <p:spPr>
          <a:xfrm xmlns:a="http://schemas.openxmlformats.org/drawingml/2006/main">
            <a:off x="2609850" y="2590800"/>
            <a:ext cx="285750" cy="0"/>
          </a:xfrm>
          <a:prstGeom xmlns:a="http://schemas.openxmlformats.org/drawingml/2006/main" prst="straightConnector1">
            <a:avLst/>
          </a:prstGeom>
          <a:ln xmlns:a="http://schemas.openxmlformats.org/drawingml/2006/main" w="19050">
            <a:solidFill>
              <a:srgbClr val="B8DED4"/>
            </a:solidFill>
            <a:tailEnd type="triangle" w="sm" len="sm"/>
          </a:ln>
        </p:spPr>
      </p:cxnSp>
      <p:sp>
        <p:nvSpPr>
          <p:cNvPr id="7" name="Slide title">
            <a:extLst xmlns:a="http://schemas.openxmlformats.org/drawingml/2006/main">
              <a:ext uri="{FF2B5EF4-FFF2-40B4-BE49-F238E27FC236}">
                <a16:creationId xmlns:a16="http://schemas.microsoft.com/office/drawing/2014/main" id="{46F9782C-086F-4C8B-B77C-AA5E62C721BD}"/>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FFFFFF"/>
                </a:solidFill>
                <a:latin typeface="Aptos"/>
                <a:ea typeface="Aptos"/>
                <a:cs typeface="Aptos"/>
              </a:defRPr>
            </a:defPPr>
            <a:lvl1pPr>
              <a:defRPr sz="3450" b="1">
                <a:solidFill>
                  <a:srgbClr val="FFFFFF"/>
                </a:solidFill>
                <a:latin typeface="Aptos"/>
                <a:ea typeface="Aptos"/>
                <a:cs typeface="Aptos"/>
              </a:defRPr>
            </a:lvl1pPr>
            <a:lvl2pPr>
              <a:defRPr sz="3450" b="1">
                <a:solidFill>
                  <a:srgbClr val="FFFFFF"/>
                </a:solidFill>
                <a:latin typeface="Aptos"/>
                <a:ea typeface="Aptos"/>
                <a:cs typeface="Aptos"/>
              </a:defRPr>
            </a:lvl2pPr>
            <a:lvl3pPr>
              <a:defRPr sz="3450" b="1">
                <a:solidFill>
                  <a:srgbClr val="FFFFFF"/>
                </a:solidFill>
                <a:latin typeface="Aptos"/>
                <a:ea typeface="Aptos"/>
                <a:cs typeface="Aptos"/>
              </a:defRPr>
            </a:lvl3pPr>
            <a:lvl4pPr>
              <a:defRPr sz="3450" b="1">
                <a:solidFill>
                  <a:srgbClr val="FFFFFF"/>
                </a:solidFill>
                <a:latin typeface="Aptos"/>
                <a:ea typeface="Aptos"/>
                <a:cs typeface="Aptos"/>
              </a:defRPr>
            </a:lvl4pPr>
            <a:lvl5pPr>
              <a:defRPr sz="3450" b="1">
                <a:solidFill>
                  <a:srgbClr val="FFFFFF"/>
                </a:solidFill>
                <a:latin typeface="Aptos"/>
                <a:ea typeface="Aptos"/>
                <a:cs typeface="Aptos"/>
              </a:defRPr>
            </a:lvl5pPr>
            <a:lvl6pPr>
              <a:defRPr sz="3450" b="1">
                <a:solidFill>
                  <a:srgbClr val="FFFFFF"/>
                </a:solidFill>
                <a:latin typeface="Aptos"/>
                <a:ea typeface="Aptos"/>
                <a:cs typeface="Aptos"/>
              </a:defRPr>
            </a:lvl6pPr>
            <a:lvl7pPr>
              <a:defRPr sz="3450" b="1">
                <a:solidFill>
                  <a:srgbClr val="FFFFFF"/>
                </a:solidFill>
                <a:latin typeface="Aptos"/>
                <a:ea typeface="Aptos"/>
                <a:cs typeface="Aptos"/>
              </a:defRPr>
            </a:lvl7pPr>
            <a:lvl8pPr>
              <a:defRPr sz="3450" b="1">
                <a:solidFill>
                  <a:srgbClr val="FFFFFF"/>
                </a:solidFill>
                <a:latin typeface="Aptos"/>
                <a:ea typeface="Aptos"/>
                <a:cs typeface="Aptos"/>
              </a:defRPr>
            </a:lvl8pPr>
            <a:lvl9pPr>
              <a:defRPr sz="3450" b="1">
                <a:solidFill>
                  <a:srgbClr val="FFFFFF"/>
                </a:solidFill>
                <a:latin typeface="Aptos"/>
                <a:ea typeface="Aptos"/>
                <a:cs typeface="Aptos"/>
              </a:defRPr>
            </a:lvl9pPr>
          </a:lstStyle>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How the evidence becomes a briefing</a:t>
            </a:r>
          </a:p>
        </p:txBody>
      </p:sp>
      <p:sp>
        <p:nvSpPr>
          <p:cNvPr id="8" name="Slide number">
            <a:extLst xmlns:a="http://schemas.openxmlformats.org/drawingml/2006/main">
              <a:ext uri="{FF2B5EF4-FFF2-40B4-BE49-F238E27FC236}">
                <a16:creationId xmlns:a16="http://schemas.microsoft.com/office/drawing/2014/main" id="{C4716C85-46D6-4DAF-B344-B6C2435827B1}"/>
              </a:ext>
            </a:extLst>
          </p:cNvPr>
          <p:cNvSpPr>
            <a:spLocks xmlns:a="http://schemas.openxmlformats.org/drawingml/2006/main" noGrp="1"/>
          </p:cNvSpPr>
          <p:nvPr/>
        </p:nvSpPr>
        <p:spPr>
          <a:xfrm xmlns:a="http://schemas.openxmlformats.org/drawingml/2006/main">
            <a:off x="11144250" y="64198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B8DED4"/>
                </a:solidFill>
                <a:latin typeface="Aptos"/>
                <a:ea typeface="Aptos"/>
                <a:cs typeface="Aptos"/>
              </a:defRPr>
            </a:defPPr>
            <a:lvl1pPr>
              <a:defRPr sz="1350" b="0">
                <a:solidFill>
                  <a:srgbClr val="B8DED4"/>
                </a:solidFill>
                <a:latin typeface="Aptos"/>
                <a:ea typeface="Aptos"/>
                <a:cs typeface="Aptos"/>
              </a:defRPr>
            </a:lvl1pPr>
            <a:lvl2pPr>
              <a:defRPr sz="1350" b="0">
                <a:solidFill>
                  <a:srgbClr val="B8DED4"/>
                </a:solidFill>
                <a:latin typeface="Aptos"/>
                <a:ea typeface="Aptos"/>
                <a:cs typeface="Aptos"/>
              </a:defRPr>
            </a:lvl2pPr>
            <a:lvl3pPr>
              <a:defRPr sz="1350" b="0">
                <a:solidFill>
                  <a:srgbClr val="B8DED4"/>
                </a:solidFill>
                <a:latin typeface="Aptos"/>
                <a:ea typeface="Aptos"/>
                <a:cs typeface="Aptos"/>
              </a:defRPr>
            </a:lvl3pPr>
            <a:lvl4pPr>
              <a:defRPr sz="1350" b="0">
                <a:solidFill>
                  <a:srgbClr val="B8DED4"/>
                </a:solidFill>
                <a:latin typeface="Aptos"/>
                <a:ea typeface="Aptos"/>
                <a:cs typeface="Aptos"/>
              </a:defRPr>
            </a:lvl4pPr>
            <a:lvl5pPr>
              <a:defRPr sz="1350" b="0">
                <a:solidFill>
                  <a:srgbClr val="B8DED4"/>
                </a:solidFill>
                <a:latin typeface="Aptos"/>
                <a:ea typeface="Aptos"/>
                <a:cs typeface="Aptos"/>
              </a:defRPr>
            </a:lvl5pPr>
            <a:lvl6pPr>
              <a:defRPr sz="1350" b="0">
                <a:solidFill>
                  <a:srgbClr val="B8DED4"/>
                </a:solidFill>
                <a:latin typeface="Aptos"/>
                <a:ea typeface="Aptos"/>
                <a:cs typeface="Aptos"/>
              </a:defRPr>
            </a:lvl6pPr>
            <a:lvl7pPr>
              <a:defRPr sz="1350" b="0">
                <a:solidFill>
                  <a:srgbClr val="B8DED4"/>
                </a:solidFill>
                <a:latin typeface="Aptos"/>
                <a:ea typeface="Aptos"/>
                <a:cs typeface="Aptos"/>
              </a:defRPr>
            </a:lvl7pPr>
            <a:lvl8pPr>
              <a:defRPr sz="1350" b="0">
                <a:solidFill>
                  <a:srgbClr val="B8DED4"/>
                </a:solidFill>
                <a:latin typeface="Aptos"/>
                <a:ea typeface="Aptos"/>
                <a:cs typeface="Aptos"/>
              </a:defRPr>
            </a:lvl8pPr>
            <a:lvl9pPr>
              <a:defRPr sz="1350" b="0">
                <a:solidFill>
                  <a:srgbClr val="B8DED4"/>
                </a:solidFill>
                <a:latin typeface="Aptos"/>
                <a:ea typeface="Aptos"/>
                <a:cs typeface="Aptos"/>
              </a:defRPr>
            </a:lvl9pPr>
          </a:lstStyle>
          <a:p xmlns:a="http://schemas.openxmlformats.org/drawingml/2006/main">
            <a:pPr>
              <a:defRPr sz="1350" b="0">
                <a:solidFill>
                  <a:srgbClr val="B8DED4"/>
                </a:solidFill>
                <a:latin typeface="Aptos"/>
                <a:ea typeface="Aptos"/>
                <a:cs typeface="Aptos"/>
              </a:defRPr>
            </a:pPr>
            <a:r>
              <a:rPr sz="1350" b="0">
                <a:solidFill>
                  <a:srgbClr val="B8DED4"/>
                </a:solidFill>
                <a:latin typeface="Aptos"/>
                <a:ea typeface="Aptos"/>
                <a:cs typeface="Aptos"/>
              </a:rPr>
              <a:t>02</a:t>
            </a:r>
          </a:p>
        </p:txBody>
      </p:sp>
      <p:sp>
        <p:nvSpPr>
          <p:cNvPr id="9" name="Confirm&#10;condition + scope">
            <a:extLst xmlns:a="http://schemas.openxmlformats.org/drawingml/2006/main">
              <a:ext uri="{FF2B5EF4-FFF2-40B4-BE49-F238E27FC236}">
                <a16:creationId xmlns:a16="http://schemas.microsoft.com/office/drawing/2014/main" id="{C75B2619-28FC-4B1E-9A05-D63E00E3E192}"/>
              </a:ext>
            </a:extLst>
          </p:cNvPr>
          <p:cNvSpPr>
            <a:spLocks xmlns:a="http://schemas.openxmlformats.org/drawingml/2006/main" noGrp="1"/>
          </p:cNvSpPr>
          <p:nvPr/>
        </p:nvSpPr>
        <p:spPr>
          <a:xfrm xmlns:a="http://schemas.openxmlformats.org/drawingml/2006/main">
            <a:off x="704850" y="2057400"/>
            <a:ext cx="1905000" cy="1066800"/>
          </a:xfrm>
          <a:prstGeom xmlns:a="http://schemas.openxmlformats.org/drawingml/2006/main" prst="rect">
            <a:avLst/>
          </a:prstGeom>
          <a:solidFill xmlns:a="http://schemas.openxmlformats.org/drawingml/2006/main">
            <a:srgbClr val="173F3D"/>
          </a:solidFill>
          <a:ln xmlns:a="http://schemas.openxmlformats.org/drawingml/2006/main" w="9525">
            <a:solidFill>
              <a:srgbClr val="46726B"/>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FFFFFF"/>
                </a:solidFill>
                <a:latin typeface="Aptos"/>
                <a:ea typeface="Aptos"/>
                <a:cs typeface="Aptos"/>
              </a:defRPr>
            </a:defPPr>
            <a:lvl1pPr algn="ctr">
              <a:defRPr sz="1875">
                <a:solidFill>
                  <a:srgbClr val="FFFFFF"/>
                </a:solidFill>
                <a:latin typeface="Aptos"/>
                <a:ea typeface="Aptos"/>
                <a:cs typeface="Aptos"/>
              </a:defRPr>
            </a:lvl1pPr>
            <a:lvl2pPr algn="ctr">
              <a:defRPr sz="1875">
                <a:solidFill>
                  <a:srgbClr val="FFFFFF"/>
                </a:solidFill>
                <a:latin typeface="Aptos"/>
                <a:ea typeface="Aptos"/>
                <a:cs typeface="Aptos"/>
              </a:defRPr>
            </a:lvl2pPr>
            <a:lvl3pPr algn="ctr">
              <a:defRPr sz="1875">
                <a:solidFill>
                  <a:srgbClr val="FFFFFF"/>
                </a:solidFill>
                <a:latin typeface="Aptos"/>
                <a:ea typeface="Aptos"/>
                <a:cs typeface="Aptos"/>
              </a:defRPr>
            </a:lvl3pPr>
            <a:lvl4pPr algn="ctr">
              <a:defRPr sz="1875">
                <a:solidFill>
                  <a:srgbClr val="FFFFFF"/>
                </a:solidFill>
                <a:latin typeface="Aptos"/>
                <a:ea typeface="Aptos"/>
                <a:cs typeface="Aptos"/>
              </a:defRPr>
            </a:lvl4pPr>
            <a:lvl5pPr algn="ctr">
              <a:defRPr sz="1875">
                <a:solidFill>
                  <a:srgbClr val="FFFFFF"/>
                </a:solidFill>
                <a:latin typeface="Aptos"/>
                <a:ea typeface="Aptos"/>
                <a:cs typeface="Aptos"/>
              </a:defRPr>
            </a:lvl5pPr>
            <a:lvl6pPr algn="ctr">
              <a:defRPr sz="1875">
                <a:solidFill>
                  <a:srgbClr val="FFFFFF"/>
                </a:solidFill>
                <a:latin typeface="Aptos"/>
                <a:ea typeface="Aptos"/>
                <a:cs typeface="Aptos"/>
              </a:defRPr>
            </a:lvl6pPr>
            <a:lvl7pPr algn="ctr">
              <a:defRPr sz="1875">
                <a:solidFill>
                  <a:srgbClr val="FFFFFF"/>
                </a:solidFill>
                <a:latin typeface="Aptos"/>
                <a:ea typeface="Aptos"/>
                <a:cs typeface="Aptos"/>
              </a:defRPr>
            </a:lvl7pPr>
            <a:lvl8pPr algn="ctr">
              <a:defRPr sz="1875">
                <a:solidFill>
                  <a:srgbClr val="FFFFFF"/>
                </a:solidFill>
                <a:latin typeface="Aptos"/>
                <a:ea typeface="Aptos"/>
                <a:cs typeface="Aptos"/>
              </a:defRPr>
            </a:lvl8pPr>
            <a:lvl9pPr algn="ctr">
              <a:defRPr sz="1875">
                <a:solidFill>
                  <a:srgbClr val="FFFFFF"/>
                </a:solidFill>
                <a:latin typeface="Aptos"/>
                <a:ea typeface="Aptos"/>
                <a:cs typeface="Aptos"/>
              </a:defRPr>
            </a:lvl9pPr>
          </a:lstStyle>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Confirm</a:t>
            </a:r>
          </a:p>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condition + scope</a:t>
            </a:r>
          </a:p>
        </p:txBody>
      </p:sp>
      <p:sp>
        <p:nvSpPr>
          <p:cNvPr id="10" name="Retrieve&#10;source records">
            <a:extLst xmlns:a="http://schemas.openxmlformats.org/drawingml/2006/main">
              <a:ext uri="{FF2B5EF4-FFF2-40B4-BE49-F238E27FC236}">
                <a16:creationId xmlns:a16="http://schemas.microsoft.com/office/drawing/2014/main" id="{2F76397B-3CB8-4B55-9E1C-3D94C70254F5}"/>
              </a:ext>
            </a:extLst>
          </p:cNvPr>
          <p:cNvSpPr>
            <a:spLocks xmlns:a="http://schemas.openxmlformats.org/drawingml/2006/main" noGrp="1"/>
          </p:cNvSpPr>
          <p:nvPr/>
        </p:nvSpPr>
        <p:spPr>
          <a:xfrm xmlns:a="http://schemas.openxmlformats.org/drawingml/2006/main">
            <a:off x="2895600" y="2057400"/>
            <a:ext cx="1905000" cy="1066800"/>
          </a:xfrm>
          <a:prstGeom xmlns:a="http://schemas.openxmlformats.org/drawingml/2006/main" prst="rect">
            <a:avLst/>
          </a:prstGeom>
          <a:solidFill xmlns:a="http://schemas.openxmlformats.org/drawingml/2006/main">
            <a:srgbClr val="173F3D"/>
          </a:solidFill>
          <a:ln xmlns:a="http://schemas.openxmlformats.org/drawingml/2006/main" w="9525">
            <a:solidFill>
              <a:srgbClr val="46726B"/>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FFFFFF"/>
                </a:solidFill>
                <a:latin typeface="Aptos"/>
                <a:ea typeface="Aptos"/>
                <a:cs typeface="Aptos"/>
              </a:defRPr>
            </a:defPPr>
            <a:lvl1pPr algn="ctr">
              <a:defRPr sz="1875">
                <a:solidFill>
                  <a:srgbClr val="FFFFFF"/>
                </a:solidFill>
                <a:latin typeface="Aptos"/>
                <a:ea typeface="Aptos"/>
                <a:cs typeface="Aptos"/>
              </a:defRPr>
            </a:lvl1pPr>
            <a:lvl2pPr algn="ctr">
              <a:defRPr sz="1875">
                <a:solidFill>
                  <a:srgbClr val="FFFFFF"/>
                </a:solidFill>
                <a:latin typeface="Aptos"/>
                <a:ea typeface="Aptos"/>
                <a:cs typeface="Aptos"/>
              </a:defRPr>
            </a:lvl2pPr>
            <a:lvl3pPr algn="ctr">
              <a:defRPr sz="1875">
                <a:solidFill>
                  <a:srgbClr val="FFFFFF"/>
                </a:solidFill>
                <a:latin typeface="Aptos"/>
                <a:ea typeface="Aptos"/>
                <a:cs typeface="Aptos"/>
              </a:defRPr>
            </a:lvl3pPr>
            <a:lvl4pPr algn="ctr">
              <a:defRPr sz="1875">
                <a:solidFill>
                  <a:srgbClr val="FFFFFF"/>
                </a:solidFill>
                <a:latin typeface="Aptos"/>
                <a:ea typeface="Aptos"/>
                <a:cs typeface="Aptos"/>
              </a:defRPr>
            </a:lvl4pPr>
            <a:lvl5pPr algn="ctr">
              <a:defRPr sz="1875">
                <a:solidFill>
                  <a:srgbClr val="FFFFFF"/>
                </a:solidFill>
                <a:latin typeface="Aptos"/>
                <a:ea typeface="Aptos"/>
                <a:cs typeface="Aptos"/>
              </a:defRPr>
            </a:lvl5pPr>
            <a:lvl6pPr algn="ctr">
              <a:defRPr sz="1875">
                <a:solidFill>
                  <a:srgbClr val="FFFFFF"/>
                </a:solidFill>
                <a:latin typeface="Aptos"/>
                <a:ea typeface="Aptos"/>
                <a:cs typeface="Aptos"/>
              </a:defRPr>
            </a:lvl6pPr>
            <a:lvl7pPr algn="ctr">
              <a:defRPr sz="1875">
                <a:solidFill>
                  <a:srgbClr val="FFFFFF"/>
                </a:solidFill>
                <a:latin typeface="Aptos"/>
                <a:ea typeface="Aptos"/>
                <a:cs typeface="Aptos"/>
              </a:defRPr>
            </a:lvl7pPr>
            <a:lvl8pPr algn="ctr">
              <a:defRPr sz="1875">
                <a:solidFill>
                  <a:srgbClr val="FFFFFF"/>
                </a:solidFill>
                <a:latin typeface="Aptos"/>
                <a:ea typeface="Aptos"/>
                <a:cs typeface="Aptos"/>
              </a:defRPr>
            </a:lvl8pPr>
            <a:lvl9pPr algn="ctr">
              <a:defRPr sz="1875">
                <a:solidFill>
                  <a:srgbClr val="FFFFFF"/>
                </a:solidFill>
                <a:latin typeface="Aptos"/>
                <a:ea typeface="Aptos"/>
                <a:cs typeface="Aptos"/>
              </a:defRPr>
            </a:lvl9pPr>
          </a:lstStyle>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Retrieve</a:t>
            </a:r>
          </a:p>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source records</a:t>
            </a:r>
          </a:p>
        </p:txBody>
      </p:sp>
      <p:sp>
        <p:nvSpPr>
          <p:cNvPr id="11" name="Apply relevance&#10;and evidence rules">
            <a:extLst xmlns:a="http://schemas.openxmlformats.org/drawingml/2006/main">
              <a:ext uri="{FF2B5EF4-FFF2-40B4-BE49-F238E27FC236}">
                <a16:creationId xmlns:a16="http://schemas.microsoft.com/office/drawing/2014/main" id="{E7BF8C81-68E5-4865-A73F-2C89C45D38A7}"/>
              </a:ext>
            </a:extLst>
          </p:cNvPr>
          <p:cNvSpPr>
            <a:spLocks xmlns:a="http://schemas.openxmlformats.org/drawingml/2006/main" noGrp="1"/>
          </p:cNvSpPr>
          <p:nvPr/>
        </p:nvSpPr>
        <p:spPr>
          <a:xfrm xmlns:a="http://schemas.openxmlformats.org/drawingml/2006/main">
            <a:off x="5086350" y="2057400"/>
            <a:ext cx="1905000" cy="1066800"/>
          </a:xfrm>
          <a:prstGeom xmlns:a="http://schemas.openxmlformats.org/drawingml/2006/main" prst="rect">
            <a:avLst/>
          </a:prstGeom>
          <a:solidFill xmlns:a="http://schemas.openxmlformats.org/drawingml/2006/main">
            <a:srgbClr val="173F3D"/>
          </a:solidFill>
          <a:ln xmlns:a="http://schemas.openxmlformats.org/drawingml/2006/main" w="9525">
            <a:solidFill>
              <a:srgbClr val="46726B"/>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FFFFFF"/>
                </a:solidFill>
                <a:latin typeface="Aptos"/>
                <a:ea typeface="Aptos"/>
                <a:cs typeface="Aptos"/>
              </a:defRPr>
            </a:defPPr>
            <a:lvl1pPr algn="ctr">
              <a:defRPr sz="1875">
                <a:solidFill>
                  <a:srgbClr val="FFFFFF"/>
                </a:solidFill>
                <a:latin typeface="Aptos"/>
                <a:ea typeface="Aptos"/>
                <a:cs typeface="Aptos"/>
              </a:defRPr>
            </a:lvl1pPr>
            <a:lvl2pPr algn="ctr">
              <a:defRPr sz="1875">
                <a:solidFill>
                  <a:srgbClr val="FFFFFF"/>
                </a:solidFill>
                <a:latin typeface="Aptos"/>
                <a:ea typeface="Aptos"/>
                <a:cs typeface="Aptos"/>
              </a:defRPr>
            </a:lvl2pPr>
            <a:lvl3pPr algn="ctr">
              <a:defRPr sz="1875">
                <a:solidFill>
                  <a:srgbClr val="FFFFFF"/>
                </a:solidFill>
                <a:latin typeface="Aptos"/>
                <a:ea typeface="Aptos"/>
                <a:cs typeface="Aptos"/>
              </a:defRPr>
            </a:lvl3pPr>
            <a:lvl4pPr algn="ctr">
              <a:defRPr sz="1875">
                <a:solidFill>
                  <a:srgbClr val="FFFFFF"/>
                </a:solidFill>
                <a:latin typeface="Aptos"/>
                <a:ea typeface="Aptos"/>
                <a:cs typeface="Aptos"/>
              </a:defRPr>
            </a:lvl4pPr>
            <a:lvl5pPr algn="ctr">
              <a:defRPr sz="1875">
                <a:solidFill>
                  <a:srgbClr val="FFFFFF"/>
                </a:solidFill>
                <a:latin typeface="Aptos"/>
                <a:ea typeface="Aptos"/>
                <a:cs typeface="Aptos"/>
              </a:defRPr>
            </a:lvl5pPr>
            <a:lvl6pPr algn="ctr">
              <a:defRPr sz="1875">
                <a:solidFill>
                  <a:srgbClr val="FFFFFF"/>
                </a:solidFill>
                <a:latin typeface="Aptos"/>
                <a:ea typeface="Aptos"/>
                <a:cs typeface="Aptos"/>
              </a:defRPr>
            </a:lvl6pPr>
            <a:lvl7pPr algn="ctr">
              <a:defRPr sz="1875">
                <a:solidFill>
                  <a:srgbClr val="FFFFFF"/>
                </a:solidFill>
                <a:latin typeface="Aptos"/>
                <a:ea typeface="Aptos"/>
                <a:cs typeface="Aptos"/>
              </a:defRPr>
            </a:lvl7pPr>
            <a:lvl8pPr algn="ctr">
              <a:defRPr sz="1875">
                <a:solidFill>
                  <a:srgbClr val="FFFFFF"/>
                </a:solidFill>
                <a:latin typeface="Aptos"/>
                <a:ea typeface="Aptos"/>
                <a:cs typeface="Aptos"/>
              </a:defRPr>
            </a:lvl8pPr>
            <a:lvl9pPr algn="ctr">
              <a:defRPr sz="1875">
                <a:solidFill>
                  <a:srgbClr val="FFFFFF"/>
                </a:solidFill>
                <a:latin typeface="Aptos"/>
                <a:ea typeface="Aptos"/>
                <a:cs typeface="Aptos"/>
              </a:defRPr>
            </a:lvl9pPr>
          </a:lstStyle>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Apply relevance</a:t>
            </a:r>
          </a:p>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and evidence rules</a:t>
            </a:r>
          </a:p>
        </p:txBody>
      </p:sp>
      <p:sp>
        <p:nvSpPr>
          <p:cNvPr id="12" name="AI summary +&#10;citation checks">
            <a:extLst xmlns:a="http://schemas.openxmlformats.org/drawingml/2006/main">
              <a:ext uri="{FF2B5EF4-FFF2-40B4-BE49-F238E27FC236}">
                <a16:creationId xmlns:a16="http://schemas.microsoft.com/office/drawing/2014/main" id="{204CD195-9069-4E63-8DAF-C3AA13E024D3}"/>
              </a:ext>
            </a:extLst>
          </p:cNvPr>
          <p:cNvSpPr>
            <a:spLocks xmlns:a="http://schemas.openxmlformats.org/drawingml/2006/main" noGrp="1"/>
          </p:cNvSpPr>
          <p:nvPr/>
        </p:nvSpPr>
        <p:spPr>
          <a:xfrm xmlns:a="http://schemas.openxmlformats.org/drawingml/2006/main">
            <a:off x="7277100" y="2057400"/>
            <a:ext cx="1905000" cy="1066800"/>
          </a:xfrm>
          <a:prstGeom xmlns:a="http://schemas.openxmlformats.org/drawingml/2006/main" prst="rect">
            <a:avLst/>
          </a:prstGeom>
          <a:solidFill xmlns:a="http://schemas.openxmlformats.org/drawingml/2006/main">
            <a:srgbClr val="173F3D"/>
          </a:solidFill>
          <a:ln xmlns:a="http://schemas.openxmlformats.org/drawingml/2006/main" w="9525">
            <a:solidFill>
              <a:srgbClr val="46726B"/>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FFFFFF"/>
                </a:solidFill>
                <a:latin typeface="Aptos"/>
                <a:ea typeface="Aptos"/>
                <a:cs typeface="Aptos"/>
              </a:defRPr>
            </a:defPPr>
            <a:lvl1pPr algn="ctr">
              <a:defRPr sz="1875">
                <a:solidFill>
                  <a:srgbClr val="FFFFFF"/>
                </a:solidFill>
                <a:latin typeface="Aptos"/>
                <a:ea typeface="Aptos"/>
                <a:cs typeface="Aptos"/>
              </a:defRPr>
            </a:lvl1pPr>
            <a:lvl2pPr algn="ctr">
              <a:defRPr sz="1875">
                <a:solidFill>
                  <a:srgbClr val="FFFFFF"/>
                </a:solidFill>
                <a:latin typeface="Aptos"/>
                <a:ea typeface="Aptos"/>
                <a:cs typeface="Aptos"/>
              </a:defRPr>
            </a:lvl2pPr>
            <a:lvl3pPr algn="ctr">
              <a:defRPr sz="1875">
                <a:solidFill>
                  <a:srgbClr val="FFFFFF"/>
                </a:solidFill>
                <a:latin typeface="Aptos"/>
                <a:ea typeface="Aptos"/>
                <a:cs typeface="Aptos"/>
              </a:defRPr>
            </a:lvl3pPr>
            <a:lvl4pPr algn="ctr">
              <a:defRPr sz="1875">
                <a:solidFill>
                  <a:srgbClr val="FFFFFF"/>
                </a:solidFill>
                <a:latin typeface="Aptos"/>
                <a:ea typeface="Aptos"/>
                <a:cs typeface="Aptos"/>
              </a:defRPr>
            </a:lvl4pPr>
            <a:lvl5pPr algn="ctr">
              <a:defRPr sz="1875">
                <a:solidFill>
                  <a:srgbClr val="FFFFFF"/>
                </a:solidFill>
                <a:latin typeface="Aptos"/>
                <a:ea typeface="Aptos"/>
                <a:cs typeface="Aptos"/>
              </a:defRPr>
            </a:lvl5pPr>
            <a:lvl6pPr algn="ctr">
              <a:defRPr sz="1875">
                <a:solidFill>
                  <a:srgbClr val="FFFFFF"/>
                </a:solidFill>
                <a:latin typeface="Aptos"/>
                <a:ea typeface="Aptos"/>
                <a:cs typeface="Aptos"/>
              </a:defRPr>
            </a:lvl6pPr>
            <a:lvl7pPr algn="ctr">
              <a:defRPr sz="1875">
                <a:solidFill>
                  <a:srgbClr val="FFFFFF"/>
                </a:solidFill>
                <a:latin typeface="Aptos"/>
                <a:ea typeface="Aptos"/>
                <a:cs typeface="Aptos"/>
              </a:defRPr>
            </a:lvl7pPr>
            <a:lvl8pPr algn="ctr">
              <a:defRPr sz="1875">
                <a:solidFill>
                  <a:srgbClr val="FFFFFF"/>
                </a:solidFill>
                <a:latin typeface="Aptos"/>
                <a:ea typeface="Aptos"/>
                <a:cs typeface="Aptos"/>
              </a:defRPr>
            </a:lvl8pPr>
            <a:lvl9pPr algn="ctr">
              <a:defRPr sz="1875">
                <a:solidFill>
                  <a:srgbClr val="FFFFFF"/>
                </a:solidFill>
                <a:latin typeface="Aptos"/>
                <a:ea typeface="Aptos"/>
                <a:cs typeface="Aptos"/>
              </a:defRPr>
            </a:lvl9pPr>
          </a:lstStyle>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AI summary +</a:t>
            </a:r>
          </a:p>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citation checks</a:t>
            </a:r>
          </a:p>
        </p:txBody>
      </p:sp>
      <p:sp>
        <p:nvSpPr>
          <p:cNvPr id="13" name="Review and&#10;export report">
            <a:extLst xmlns:a="http://schemas.openxmlformats.org/drawingml/2006/main">
              <a:ext uri="{FF2B5EF4-FFF2-40B4-BE49-F238E27FC236}">
                <a16:creationId xmlns:a16="http://schemas.microsoft.com/office/drawing/2014/main" id="{880ADCFE-83CA-4188-B660-C7CFC866EC0D}"/>
              </a:ext>
            </a:extLst>
          </p:cNvPr>
          <p:cNvSpPr>
            <a:spLocks xmlns:a="http://schemas.openxmlformats.org/drawingml/2006/main" noGrp="1"/>
          </p:cNvSpPr>
          <p:nvPr/>
        </p:nvSpPr>
        <p:spPr>
          <a:xfrm xmlns:a="http://schemas.openxmlformats.org/drawingml/2006/main">
            <a:off x="9467850" y="2057400"/>
            <a:ext cx="1905000" cy="1066800"/>
          </a:xfrm>
          <a:prstGeom xmlns:a="http://schemas.openxmlformats.org/drawingml/2006/main" prst="rect">
            <a:avLst/>
          </a:prstGeom>
          <a:solidFill xmlns:a="http://schemas.openxmlformats.org/drawingml/2006/main">
            <a:srgbClr val="006C60"/>
          </a:solidFill>
          <a:ln xmlns:a="http://schemas.openxmlformats.org/drawingml/2006/main" w="9525">
            <a:solidFill>
              <a:srgbClr val="46726B"/>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FFFFFF"/>
                </a:solidFill>
                <a:latin typeface="Aptos"/>
                <a:ea typeface="Aptos"/>
                <a:cs typeface="Aptos"/>
              </a:defRPr>
            </a:defPPr>
            <a:lvl1pPr algn="ctr">
              <a:defRPr sz="1875">
                <a:solidFill>
                  <a:srgbClr val="FFFFFF"/>
                </a:solidFill>
                <a:latin typeface="Aptos"/>
                <a:ea typeface="Aptos"/>
                <a:cs typeface="Aptos"/>
              </a:defRPr>
            </a:lvl1pPr>
            <a:lvl2pPr algn="ctr">
              <a:defRPr sz="1875">
                <a:solidFill>
                  <a:srgbClr val="FFFFFF"/>
                </a:solidFill>
                <a:latin typeface="Aptos"/>
                <a:ea typeface="Aptos"/>
                <a:cs typeface="Aptos"/>
              </a:defRPr>
            </a:lvl2pPr>
            <a:lvl3pPr algn="ctr">
              <a:defRPr sz="1875">
                <a:solidFill>
                  <a:srgbClr val="FFFFFF"/>
                </a:solidFill>
                <a:latin typeface="Aptos"/>
                <a:ea typeface="Aptos"/>
                <a:cs typeface="Aptos"/>
              </a:defRPr>
            </a:lvl3pPr>
            <a:lvl4pPr algn="ctr">
              <a:defRPr sz="1875">
                <a:solidFill>
                  <a:srgbClr val="FFFFFF"/>
                </a:solidFill>
                <a:latin typeface="Aptos"/>
                <a:ea typeface="Aptos"/>
                <a:cs typeface="Aptos"/>
              </a:defRPr>
            </a:lvl4pPr>
            <a:lvl5pPr algn="ctr">
              <a:defRPr sz="1875">
                <a:solidFill>
                  <a:srgbClr val="FFFFFF"/>
                </a:solidFill>
                <a:latin typeface="Aptos"/>
                <a:ea typeface="Aptos"/>
                <a:cs typeface="Aptos"/>
              </a:defRPr>
            </a:lvl5pPr>
            <a:lvl6pPr algn="ctr">
              <a:defRPr sz="1875">
                <a:solidFill>
                  <a:srgbClr val="FFFFFF"/>
                </a:solidFill>
                <a:latin typeface="Aptos"/>
                <a:ea typeface="Aptos"/>
                <a:cs typeface="Aptos"/>
              </a:defRPr>
            </a:lvl6pPr>
            <a:lvl7pPr algn="ctr">
              <a:defRPr sz="1875">
                <a:solidFill>
                  <a:srgbClr val="FFFFFF"/>
                </a:solidFill>
                <a:latin typeface="Aptos"/>
                <a:ea typeface="Aptos"/>
                <a:cs typeface="Aptos"/>
              </a:defRPr>
            </a:lvl7pPr>
            <a:lvl8pPr algn="ctr">
              <a:defRPr sz="1875">
                <a:solidFill>
                  <a:srgbClr val="FFFFFF"/>
                </a:solidFill>
                <a:latin typeface="Aptos"/>
                <a:ea typeface="Aptos"/>
                <a:cs typeface="Aptos"/>
              </a:defRPr>
            </a:lvl8pPr>
            <a:lvl9pPr algn="ctr">
              <a:defRPr sz="1875">
                <a:solidFill>
                  <a:srgbClr val="FFFFFF"/>
                </a:solidFill>
                <a:latin typeface="Aptos"/>
                <a:ea typeface="Aptos"/>
                <a:cs typeface="Aptos"/>
              </a:defRPr>
            </a:lvl9pPr>
          </a:lstStyle>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Review and</a:t>
            </a:r>
          </a:p>
          <a:p xmlns:a="http://schemas.openxmlformats.org/drawingml/2006/main">
            <a:pPr algn="ctr">
              <a:defRPr sz="1875">
                <a:solidFill>
                  <a:srgbClr val="FFFFFF"/>
                </a:solidFill>
                <a:latin typeface="Aptos"/>
                <a:ea typeface="Aptos"/>
                <a:cs typeface="Aptos"/>
              </a:defRPr>
            </a:pPr>
            <a:r>
              <a:rPr sz="1875">
                <a:solidFill>
                  <a:srgbClr val="FFFFFF"/>
                </a:solidFill>
                <a:latin typeface="Aptos"/>
                <a:ea typeface="Aptos"/>
                <a:cs typeface="Aptos"/>
              </a:rPr>
              <a:t>export report</a:t>
            </a:r>
          </a:p>
        </p:txBody>
      </p:sp>
      <p:sp>
        <p:nvSpPr>
          <p:cNvPr id="14" name="Separate or withhold&#10;unsupported evidence">
            <a:extLst xmlns:a="http://schemas.openxmlformats.org/drawingml/2006/main">
              <a:ext uri="{FF2B5EF4-FFF2-40B4-BE49-F238E27FC236}">
                <a16:creationId xmlns:a16="http://schemas.microsoft.com/office/drawing/2014/main" id="{76BE13AA-A93F-4D50-93F3-93903E793C92}"/>
              </a:ext>
            </a:extLst>
          </p:cNvPr>
          <p:cNvSpPr>
            <a:spLocks xmlns:a="http://schemas.openxmlformats.org/drawingml/2006/main" noGrp="1"/>
          </p:cNvSpPr>
          <p:nvPr/>
        </p:nvSpPr>
        <p:spPr>
          <a:xfrm xmlns:a="http://schemas.openxmlformats.org/drawingml/2006/main">
            <a:off x="5086350" y="3933825"/>
            <a:ext cx="1905000" cy="971550"/>
          </a:xfrm>
          <a:prstGeom xmlns:a="http://schemas.openxmlformats.org/drawingml/2006/main" prst="rect">
            <a:avLst/>
          </a:prstGeom>
          <a:solidFill xmlns:a="http://schemas.openxmlformats.org/drawingml/2006/main">
            <a:srgbClr val="173F3D"/>
          </a:solidFill>
          <a:ln xmlns:a="http://schemas.openxmlformats.org/drawingml/2006/main" w="9525">
            <a:solidFill>
              <a:srgbClr val="A9C1B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FFFFFF"/>
                </a:solidFill>
                <a:latin typeface="Aptos"/>
                <a:ea typeface="Aptos"/>
                <a:cs typeface="Aptos"/>
              </a:defRPr>
            </a:defPPr>
            <a:lvl1pPr algn="ctr">
              <a:defRPr sz="1800">
                <a:solidFill>
                  <a:srgbClr val="FFFFFF"/>
                </a:solidFill>
                <a:latin typeface="Aptos"/>
                <a:ea typeface="Aptos"/>
                <a:cs typeface="Aptos"/>
              </a:defRPr>
            </a:lvl1pPr>
            <a:lvl2pPr algn="ctr">
              <a:defRPr sz="1800">
                <a:solidFill>
                  <a:srgbClr val="FFFFFF"/>
                </a:solidFill>
                <a:latin typeface="Aptos"/>
                <a:ea typeface="Aptos"/>
                <a:cs typeface="Aptos"/>
              </a:defRPr>
            </a:lvl2pPr>
            <a:lvl3pPr algn="ctr">
              <a:defRPr sz="1800">
                <a:solidFill>
                  <a:srgbClr val="FFFFFF"/>
                </a:solidFill>
                <a:latin typeface="Aptos"/>
                <a:ea typeface="Aptos"/>
                <a:cs typeface="Aptos"/>
              </a:defRPr>
            </a:lvl3pPr>
            <a:lvl4pPr algn="ctr">
              <a:defRPr sz="1800">
                <a:solidFill>
                  <a:srgbClr val="FFFFFF"/>
                </a:solidFill>
                <a:latin typeface="Aptos"/>
                <a:ea typeface="Aptos"/>
                <a:cs typeface="Aptos"/>
              </a:defRPr>
            </a:lvl4pPr>
            <a:lvl5pPr algn="ctr">
              <a:defRPr sz="1800">
                <a:solidFill>
                  <a:srgbClr val="FFFFFF"/>
                </a:solidFill>
                <a:latin typeface="Aptos"/>
                <a:ea typeface="Aptos"/>
                <a:cs typeface="Aptos"/>
              </a:defRPr>
            </a:lvl5pPr>
            <a:lvl6pPr algn="ctr">
              <a:defRPr sz="1800">
                <a:solidFill>
                  <a:srgbClr val="FFFFFF"/>
                </a:solidFill>
                <a:latin typeface="Aptos"/>
                <a:ea typeface="Aptos"/>
                <a:cs typeface="Aptos"/>
              </a:defRPr>
            </a:lvl6pPr>
            <a:lvl7pPr algn="ctr">
              <a:defRPr sz="1800">
                <a:solidFill>
                  <a:srgbClr val="FFFFFF"/>
                </a:solidFill>
                <a:latin typeface="Aptos"/>
                <a:ea typeface="Aptos"/>
                <a:cs typeface="Aptos"/>
              </a:defRPr>
            </a:lvl7pPr>
            <a:lvl8pPr algn="ctr">
              <a:defRPr sz="1800">
                <a:solidFill>
                  <a:srgbClr val="FFFFFF"/>
                </a:solidFill>
                <a:latin typeface="Aptos"/>
                <a:ea typeface="Aptos"/>
                <a:cs typeface="Aptos"/>
              </a:defRPr>
            </a:lvl8pPr>
            <a:lvl9pPr algn="ctr">
              <a:defRPr sz="1800">
                <a:solidFill>
                  <a:srgbClr val="FFFFFF"/>
                </a:solidFill>
                <a:latin typeface="Aptos"/>
                <a:ea typeface="Aptos"/>
                <a:cs typeface="Aptos"/>
              </a:defRPr>
            </a:lvl9pPr>
          </a:lstStyle>
          <a:p xmlns:a="http://schemas.openxmlformats.org/drawingml/2006/main">
            <a:pPr algn="ctr">
              <a:defRPr sz="1800">
                <a:solidFill>
                  <a:srgbClr val="FFFFFF"/>
                </a:solidFill>
                <a:latin typeface="Aptos"/>
                <a:ea typeface="Aptos"/>
                <a:cs typeface="Aptos"/>
              </a:defRPr>
            </a:pPr>
            <a:r>
              <a:rPr sz="1800">
                <a:solidFill>
                  <a:srgbClr val="FFFFFF"/>
                </a:solidFill>
                <a:latin typeface="Aptos"/>
                <a:ea typeface="Aptos"/>
                <a:cs typeface="Aptos"/>
              </a:rPr>
              <a:t>Separate or</a:t>
            </a:r>
          </a:p>
          <a:p xmlns:a="http://schemas.openxmlformats.org/drawingml/2006/main">
            <a:pPr algn="ctr">
              <a:defRPr sz="1800">
                <a:solidFill>
                  <a:srgbClr val="FFFFFF"/>
                </a:solidFill>
                <a:latin typeface="Aptos"/>
                <a:ea typeface="Aptos"/>
                <a:cs typeface="Aptos"/>
              </a:defRPr>
            </a:pPr>
            <a:r>
              <a:rPr sz="1800">
                <a:solidFill>
                  <a:srgbClr val="FFFFFF"/>
                </a:solidFill>
                <a:latin typeface="Aptos"/>
                <a:ea typeface="Aptos"/>
                <a:cs typeface="Aptos"/>
              </a:rPr>
              <a:t>withhold</a:t>
            </a:r>
          </a:p>
        </p:txBody>
      </p:sp>
      <p:sp>
        <p:nvSpPr>
          <p:cNvPr id="15" name="Fixed source roles">
            <a:extLst xmlns:a="http://schemas.openxmlformats.org/drawingml/2006/main">
              <a:ext uri="{FF2B5EF4-FFF2-40B4-BE49-F238E27FC236}">
                <a16:creationId xmlns:a16="http://schemas.microsoft.com/office/drawing/2014/main" id="{36F3C5B6-E637-46A3-816E-597336B220DF}"/>
              </a:ext>
            </a:extLst>
          </p:cNvPr>
          <p:cNvSpPr>
            <a:spLocks xmlns:a="http://schemas.openxmlformats.org/drawingml/2006/main" noGrp="1"/>
          </p:cNvSpPr>
          <p:nvPr/>
        </p:nvSpPr>
        <p:spPr>
          <a:xfrm xmlns:a="http://schemas.openxmlformats.org/drawingml/2006/main">
            <a:off x="704850" y="3762375"/>
            <a:ext cx="3638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FFFFFF"/>
                </a:solidFill>
                <a:latin typeface="Aptos"/>
                <a:ea typeface="Aptos"/>
                <a:cs typeface="Aptos"/>
              </a:defRPr>
            </a:defPPr>
            <a:lvl1pPr>
              <a:defRPr sz="2175" b="1">
                <a:solidFill>
                  <a:srgbClr val="FFFFFF"/>
                </a:solidFill>
                <a:latin typeface="Aptos"/>
                <a:ea typeface="Aptos"/>
                <a:cs typeface="Aptos"/>
              </a:defRPr>
            </a:lvl1pPr>
            <a:lvl2pPr>
              <a:defRPr sz="2175" b="1">
                <a:solidFill>
                  <a:srgbClr val="FFFFFF"/>
                </a:solidFill>
                <a:latin typeface="Aptos"/>
                <a:ea typeface="Aptos"/>
                <a:cs typeface="Aptos"/>
              </a:defRPr>
            </a:lvl2pPr>
            <a:lvl3pPr>
              <a:defRPr sz="2175" b="1">
                <a:solidFill>
                  <a:srgbClr val="FFFFFF"/>
                </a:solidFill>
                <a:latin typeface="Aptos"/>
                <a:ea typeface="Aptos"/>
                <a:cs typeface="Aptos"/>
              </a:defRPr>
            </a:lvl3pPr>
            <a:lvl4pPr>
              <a:defRPr sz="2175" b="1">
                <a:solidFill>
                  <a:srgbClr val="FFFFFF"/>
                </a:solidFill>
                <a:latin typeface="Aptos"/>
                <a:ea typeface="Aptos"/>
                <a:cs typeface="Aptos"/>
              </a:defRPr>
            </a:lvl4pPr>
            <a:lvl5pPr>
              <a:defRPr sz="2175" b="1">
                <a:solidFill>
                  <a:srgbClr val="FFFFFF"/>
                </a:solidFill>
                <a:latin typeface="Aptos"/>
                <a:ea typeface="Aptos"/>
                <a:cs typeface="Aptos"/>
              </a:defRPr>
            </a:lvl5pPr>
            <a:lvl6pPr>
              <a:defRPr sz="2175" b="1">
                <a:solidFill>
                  <a:srgbClr val="FFFFFF"/>
                </a:solidFill>
                <a:latin typeface="Aptos"/>
                <a:ea typeface="Aptos"/>
                <a:cs typeface="Aptos"/>
              </a:defRPr>
            </a:lvl6pPr>
            <a:lvl7pPr>
              <a:defRPr sz="2175" b="1">
                <a:solidFill>
                  <a:srgbClr val="FFFFFF"/>
                </a:solidFill>
                <a:latin typeface="Aptos"/>
                <a:ea typeface="Aptos"/>
                <a:cs typeface="Aptos"/>
              </a:defRPr>
            </a:lvl7pPr>
            <a:lvl8pPr>
              <a:defRPr sz="2175" b="1">
                <a:solidFill>
                  <a:srgbClr val="FFFFFF"/>
                </a:solidFill>
                <a:latin typeface="Aptos"/>
                <a:ea typeface="Aptos"/>
                <a:cs typeface="Aptos"/>
              </a:defRPr>
            </a:lvl8pPr>
            <a:lvl9pPr>
              <a:defRPr sz="2175" b="1">
                <a:solidFill>
                  <a:srgbClr val="FFFFFF"/>
                </a:solidFill>
                <a:latin typeface="Aptos"/>
                <a:ea typeface="Aptos"/>
                <a:cs typeface="Aptos"/>
              </a:defRPr>
            </a:lvl9pPr>
          </a:lstStyle>
          <a:p xmlns:a="http://schemas.openxmlformats.org/drawingml/2006/main">
            <a:pPr>
              <a:defRPr sz="2175" b="1">
                <a:solidFill>
                  <a:srgbClr val="FFFFFF"/>
                </a:solidFill>
                <a:latin typeface="Aptos"/>
                <a:ea typeface="Aptos"/>
                <a:cs typeface="Aptos"/>
              </a:defRPr>
            </a:pPr>
            <a:r>
              <a:rPr sz="2175" b="1">
                <a:solidFill>
                  <a:srgbClr val="FFFFFF"/>
                </a:solidFill>
                <a:latin typeface="Aptos"/>
                <a:ea typeface="Aptos"/>
                <a:cs typeface="Aptos"/>
              </a:rPr>
              <a:t>Fixed source roles</a:t>
            </a:r>
          </a:p>
        </p:txBody>
      </p:sp>
      <p:sp>
        <p:nvSpPr>
          <p:cNvPr id="16" name="PubMed: published research&#10;ClinicalTrials.gov: tri">
            <a:extLst xmlns:a="http://schemas.openxmlformats.org/drawingml/2006/main">
              <a:ext uri="{FF2B5EF4-FFF2-40B4-BE49-F238E27FC236}">
                <a16:creationId xmlns:a16="http://schemas.microsoft.com/office/drawing/2014/main" id="{3AE7D940-8524-4E89-BD09-D8BBF3791883}"/>
              </a:ext>
            </a:extLst>
          </p:cNvPr>
          <p:cNvSpPr>
            <a:spLocks xmlns:a="http://schemas.openxmlformats.org/drawingml/2006/main" noGrp="1"/>
          </p:cNvSpPr>
          <p:nvPr/>
        </p:nvSpPr>
        <p:spPr>
          <a:xfrm xmlns:a="http://schemas.openxmlformats.org/drawingml/2006/main">
            <a:off x="704850" y="4324350"/>
            <a:ext cx="3667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8DED4"/>
                </a:solidFill>
                <a:latin typeface="Aptos"/>
                <a:ea typeface="Aptos"/>
                <a:cs typeface="Aptos"/>
              </a:defRPr>
            </a:defPPr>
            <a:lvl1pPr>
              <a:defRPr sz="1875" b="0">
                <a:solidFill>
                  <a:srgbClr val="B8DED4"/>
                </a:solidFill>
                <a:latin typeface="Aptos"/>
                <a:ea typeface="Aptos"/>
                <a:cs typeface="Aptos"/>
              </a:defRPr>
            </a:lvl1pPr>
            <a:lvl2pPr>
              <a:defRPr sz="1875" b="0">
                <a:solidFill>
                  <a:srgbClr val="B8DED4"/>
                </a:solidFill>
                <a:latin typeface="Aptos"/>
                <a:ea typeface="Aptos"/>
                <a:cs typeface="Aptos"/>
              </a:defRPr>
            </a:lvl2pPr>
            <a:lvl3pPr>
              <a:defRPr sz="1875" b="0">
                <a:solidFill>
                  <a:srgbClr val="B8DED4"/>
                </a:solidFill>
                <a:latin typeface="Aptos"/>
                <a:ea typeface="Aptos"/>
                <a:cs typeface="Aptos"/>
              </a:defRPr>
            </a:lvl3pPr>
            <a:lvl4pPr>
              <a:defRPr sz="1875" b="0">
                <a:solidFill>
                  <a:srgbClr val="B8DED4"/>
                </a:solidFill>
                <a:latin typeface="Aptos"/>
                <a:ea typeface="Aptos"/>
                <a:cs typeface="Aptos"/>
              </a:defRPr>
            </a:lvl4pPr>
            <a:lvl5pPr>
              <a:defRPr sz="1875" b="0">
                <a:solidFill>
                  <a:srgbClr val="B8DED4"/>
                </a:solidFill>
                <a:latin typeface="Aptos"/>
                <a:ea typeface="Aptos"/>
                <a:cs typeface="Aptos"/>
              </a:defRPr>
            </a:lvl5pPr>
            <a:lvl6pPr>
              <a:defRPr sz="1875" b="0">
                <a:solidFill>
                  <a:srgbClr val="B8DED4"/>
                </a:solidFill>
                <a:latin typeface="Aptos"/>
                <a:ea typeface="Aptos"/>
                <a:cs typeface="Aptos"/>
              </a:defRPr>
            </a:lvl6pPr>
            <a:lvl7pPr>
              <a:defRPr sz="1875" b="0">
                <a:solidFill>
                  <a:srgbClr val="B8DED4"/>
                </a:solidFill>
                <a:latin typeface="Aptos"/>
                <a:ea typeface="Aptos"/>
                <a:cs typeface="Aptos"/>
              </a:defRPr>
            </a:lvl7pPr>
            <a:lvl8pPr>
              <a:defRPr sz="1875" b="0">
                <a:solidFill>
                  <a:srgbClr val="B8DED4"/>
                </a:solidFill>
                <a:latin typeface="Aptos"/>
                <a:ea typeface="Aptos"/>
                <a:cs typeface="Aptos"/>
              </a:defRPr>
            </a:lvl8pPr>
            <a:lvl9pPr>
              <a:defRPr sz="1875" b="0">
                <a:solidFill>
                  <a:srgbClr val="B8DED4"/>
                </a:solidFill>
                <a:latin typeface="Aptos"/>
                <a:ea typeface="Aptos"/>
                <a:cs typeface="Aptos"/>
              </a:defRPr>
            </a:lvl9pPr>
          </a:lstStyle>
          <a:p xmlns:a="http://schemas.openxmlformats.org/drawingml/2006/main">
            <a:pPr>
              <a:defRPr sz="1875" b="0">
                <a:solidFill>
                  <a:srgbClr val="B8DED4"/>
                </a:solidFill>
                <a:latin typeface="Aptos"/>
                <a:ea typeface="Aptos"/>
                <a:cs typeface="Aptos"/>
              </a:defRPr>
            </a:pPr>
            <a:r>
              <a:rPr sz="1875" b="0">
                <a:solidFill>
                  <a:srgbClr val="B8DED4"/>
                </a:solidFill>
                <a:latin typeface="Aptos"/>
                <a:ea typeface="Aptos"/>
                <a:cs typeface="Aptos"/>
              </a:rPr>
              <a:t>PubMed: published research</a:t>
            </a:r>
          </a:p>
          <a:p xmlns:a="http://schemas.openxmlformats.org/drawingml/2006/main">
            <a:pPr>
              <a:defRPr sz="1875" b="0">
                <a:solidFill>
                  <a:srgbClr val="B8DED4"/>
                </a:solidFill>
                <a:latin typeface="Aptos"/>
                <a:ea typeface="Aptos"/>
                <a:cs typeface="Aptos"/>
              </a:defRPr>
            </a:pPr>
            <a:r>
              <a:rPr sz="1875" b="0">
                <a:solidFill>
                  <a:srgbClr val="B8DED4"/>
                </a:solidFill>
                <a:latin typeface="Aptos"/>
                <a:ea typeface="Aptos"/>
                <a:cs typeface="Aptos"/>
              </a:rPr>
              <a:t>ClinicalTrials.gov: trial activity</a:t>
            </a:r>
          </a:p>
          <a:p xmlns:a="http://schemas.openxmlformats.org/drawingml/2006/main">
            <a:pPr>
              <a:defRPr sz="1875" b="0">
                <a:solidFill>
                  <a:srgbClr val="B8DED4"/>
                </a:solidFill>
                <a:latin typeface="Aptos"/>
                <a:ea typeface="Aptos"/>
                <a:cs typeface="Aptos"/>
              </a:defRPr>
            </a:pPr>
            <a:r>
              <a:rPr sz="1875" b="0">
                <a:solidFill>
                  <a:srgbClr val="B8DED4"/>
                </a:solidFill>
                <a:latin typeface="Aptos"/>
                <a:ea typeface="Aptos"/>
                <a:cs typeface="Aptos"/>
              </a:rPr>
              <a:t>and recorded sponsor roles</a:t>
            </a:r>
          </a:p>
        </p:txBody>
      </p:sp>
      <p:sp>
        <p:nvSpPr>
          <p:cNvPr id="17" name="Inspectable decisions">
            <a:extLst xmlns:a="http://schemas.openxmlformats.org/drawingml/2006/main">
              <a:ext uri="{FF2B5EF4-FFF2-40B4-BE49-F238E27FC236}">
                <a16:creationId xmlns:a16="http://schemas.microsoft.com/office/drawing/2014/main" id="{3D7A6FA3-EF1E-417B-B663-800E11862F24}"/>
              </a:ext>
            </a:extLst>
          </p:cNvPr>
          <p:cNvSpPr>
            <a:spLocks xmlns:a="http://schemas.openxmlformats.org/drawingml/2006/main" noGrp="1"/>
          </p:cNvSpPr>
          <p:nvPr/>
        </p:nvSpPr>
        <p:spPr>
          <a:xfrm xmlns:a="http://schemas.openxmlformats.org/drawingml/2006/main">
            <a:off x="7620000" y="3762375"/>
            <a:ext cx="3867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FFFFFF"/>
                </a:solidFill>
                <a:latin typeface="Aptos"/>
                <a:ea typeface="Aptos"/>
                <a:cs typeface="Aptos"/>
              </a:defRPr>
            </a:defPPr>
            <a:lvl1pPr>
              <a:defRPr sz="2175" b="1">
                <a:solidFill>
                  <a:srgbClr val="FFFFFF"/>
                </a:solidFill>
                <a:latin typeface="Aptos"/>
                <a:ea typeface="Aptos"/>
                <a:cs typeface="Aptos"/>
              </a:defRPr>
            </a:lvl1pPr>
            <a:lvl2pPr>
              <a:defRPr sz="2175" b="1">
                <a:solidFill>
                  <a:srgbClr val="FFFFFF"/>
                </a:solidFill>
                <a:latin typeface="Aptos"/>
                <a:ea typeface="Aptos"/>
                <a:cs typeface="Aptos"/>
              </a:defRPr>
            </a:lvl2pPr>
            <a:lvl3pPr>
              <a:defRPr sz="2175" b="1">
                <a:solidFill>
                  <a:srgbClr val="FFFFFF"/>
                </a:solidFill>
                <a:latin typeface="Aptos"/>
                <a:ea typeface="Aptos"/>
                <a:cs typeface="Aptos"/>
              </a:defRPr>
            </a:lvl3pPr>
            <a:lvl4pPr>
              <a:defRPr sz="2175" b="1">
                <a:solidFill>
                  <a:srgbClr val="FFFFFF"/>
                </a:solidFill>
                <a:latin typeface="Aptos"/>
                <a:ea typeface="Aptos"/>
                <a:cs typeface="Aptos"/>
              </a:defRPr>
            </a:lvl4pPr>
            <a:lvl5pPr>
              <a:defRPr sz="2175" b="1">
                <a:solidFill>
                  <a:srgbClr val="FFFFFF"/>
                </a:solidFill>
                <a:latin typeface="Aptos"/>
                <a:ea typeface="Aptos"/>
                <a:cs typeface="Aptos"/>
              </a:defRPr>
            </a:lvl5pPr>
            <a:lvl6pPr>
              <a:defRPr sz="2175" b="1">
                <a:solidFill>
                  <a:srgbClr val="FFFFFF"/>
                </a:solidFill>
                <a:latin typeface="Aptos"/>
                <a:ea typeface="Aptos"/>
                <a:cs typeface="Aptos"/>
              </a:defRPr>
            </a:lvl6pPr>
            <a:lvl7pPr>
              <a:defRPr sz="2175" b="1">
                <a:solidFill>
                  <a:srgbClr val="FFFFFF"/>
                </a:solidFill>
                <a:latin typeface="Aptos"/>
                <a:ea typeface="Aptos"/>
                <a:cs typeface="Aptos"/>
              </a:defRPr>
            </a:lvl7pPr>
            <a:lvl8pPr>
              <a:defRPr sz="2175" b="1">
                <a:solidFill>
                  <a:srgbClr val="FFFFFF"/>
                </a:solidFill>
                <a:latin typeface="Aptos"/>
                <a:ea typeface="Aptos"/>
                <a:cs typeface="Aptos"/>
              </a:defRPr>
            </a:lvl8pPr>
            <a:lvl9pPr>
              <a:defRPr sz="2175" b="1">
                <a:solidFill>
                  <a:srgbClr val="FFFFFF"/>
                </a:solidFill>
                <a:latin typeface="Aptos"/>
                <a:ea typeface="Aptos"/>
                <a:cs typeface="Aptos"/>
              </a:defRPr>
            </a:lvl9pPr>
          </a:lstStyle>
          <a:p xmlns:a="http://schemas.openxmlformats.org/drawingml/2006/main">
            <a:pPr>
              <a:defRPr sz="2175" b="1">
                <a:solidFill>
                  <a:srgbClr val="FFFFFF"/>
                </a:solidFill>
                <a:latin typeface="Aptos"/>
                <a:ea typeface="Aptos"/>
                <a:cs typeface="Aptos"/>
              </a:defRPr>
            </a:pPr>
            <a:r>
              <a:rPr sz="2175" b="1">
                <a:solidFill>
                  <a:srgbClr val="FFFFFF"/>
                </a:solidFill>
                <a:latin typeface="Aptos"/>
                <a:ea typeface="Aptos"/>
                <a:cs typeface="Aptos"/>
              </a:rPr>
              <a:t>Inspectable decisions</a:t>
            </a:r>
          </a:p>
        </p:txBody>
      </p:sp>
      <p:sp>
        <p:nvSpPr>
          <p:cNvPr id="18" name="Exact evidence and source dates&#10;Specific populatio">
            <a:extLst xmlns:a="http://schemas.openxmlformats.org/drawingml/2006/main">
              <a:ext uri="{FF2B5EF4-FFF2-40B4-BE49-F238E27FC236}">
                <a16:creationId xmlns:a16="http://schemas.microsoft.com/office/drawing/2014/main" id="{5D7D9801-EEF6-43C0-8A4F-107532A0CAAB}"/>
              </a:ext>
            </a:extLst>
          </p:cNvPr>
          <p:cNvSpPr>
            <a:spLocks xmlns:a="http://schemas.openxmlformats.org/drawingml/2006/main" noGrp="1"/>
          </p:cNvSpPr>
          <p:nvPr/>
        </p:nvSpPr>
        <p:spPr>
          <a:xfrm xmlns:a="http://schemas.openxmlformats.org/drawingml/2006/main">
            <a:off x="7620000" y="4324350"/>
            <a:ext cx="3857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8DED4"/>
                </a:solidFill>
                <a:latin typeface="Aptos"/>
                <a:ea typeface="Aptos"/>
                <a:cs typeface="Aptos"/>
              </a:defRPr>
            </a:defPPr>
            <a:lvl1pPr>
              <a:defRPr sz="1875" b="0">
                <a:solidFill>
                  <a:srgbClr val="B8DED4"/>
                </a:solidFill>
                <a:latin typeface="Aptos"/>
                <a:ea typeface="Aptos"/>
                <a:cs typeface="Aptos"/>
              </a:defRPr>
            </a:lvl1pPr>
            <a:lvl2pPr>
              <a:defRPr sz="1875" b="0">
                <a:solidFill>
                  <a:srgbClr val="B8DED4"/>
                </a:solidFill>
                <a:latin typeface="Aptos"/>
                <a:ea typeface="Aptos"/>
                <a:cs typeface="Aptos"/>
              </a:defRPr>
            </a:lvl2pPr>
            <a:lvl3pPr>
              <a:defRPr sz="1875" b="0">
                <a:solidFill>
                  <a:srgbClr val="B8DED4"/>
                </a:solidFill>
                <a:latin typeface="Aptos"/>
                <a:ea typeface="Aptos"/>
                <a:cs typeface="Aptos"/>
              </a:defRPr>
            </a:lvl3pPr>
            <a:lvl4pPr>
              <a:defRPr sz="1875" b="0">
                <a:solidFill>
                  <a:srgbClr val="B8DED4"/>
                </a:solidFill>
                <a:latin typeface="Aptos"/>
                <a:ea typeface="Aptos"/>
                <a:cs typeface="Aptos"/>
              </a:defRPr>
            </a:lvl4pPr>
            <a:lvl5pPr>
              <a:defRPr sz="1875" b="0">
                <a:solidFill>
                  <a:srgbClr val="B8DED4"/>
                </a:solidFill>
                <a:latin typeface="Aptos"/>
                <a:ea typeface="Aptos"/>
                <a:cs typeface="Aptos"/>
              </a:defRPr>
            </a:lvl5pPr>
            <a:lvl6pPr>
              <a:defRPr sz="1875" b="0">
                <a:solidFill>
                  <a:srgbClr val="B8DED4"/>
                </a:solidFill>
                <a:latin typeface="Aptos"/>
                <a:ea typeface="Aptos"/>
                <a:cs typeface="Aptos"/>
              </a:defRPr>
            </a:lvl6pPr>
            <a:lvl7pPr>
              <a:defRPr sz="1875" b="0">
                <a:solidFill>
                  <a:srgbClr val="B8DED4"/>
                </a:solidFill>
                <a:latin typeface="Aptos"/>
                <a:ea typeface="Aptos"/>
                <a:cs typeface="Aptos"/>
              </a:defRPr>
            </a:lvl7pPr>
            <a:lvl8pPr>
              <a:defRPr sz="1875" b="0">
                <a:solidFill>
                  <a:srgbClr val="B8DED4"/>
                </a:solidFill>
                <a:latin typeface="Aptos"/>
                <a:ea typeface="Aptos"/>
                <a:cs typeface="Aptos"/>
              </a:defRPr>
            </a:lvl8pPr>
            <a:lvl9pPr>
              <a:defRPr sz="1875" b="0">
                <a:solidFill>
                  <a:srgbClr val="B8DED4"/>
                </a:solidFill>
                <a:latin typeface="Aptos"/>
                <a:ea typeface="Aptos"/>
                <a:cs typeface="Aptos"/>
              </a:defRPr>
            </a:lvl9pPr>
          </a:lstStyle>
          <a:p xmlns:a="http://schemas.openxmlformats.org/drawingml/2006/main">
            <a:pPr>
              <a:defRPr sz="1875" b="0">
                <a:solidFill>
                  <a:srgbClr val="B8DED4"/>
                </a:solidFill>
                <a:latin typeface="Aptos"/>
                <a:ea typeface="Aptos"/>
                <a:cs typeface="Aptos"/>
              </a:defRPr>
            </a:pPr>
            <a:r>
              <a:rPr sz="1875" b="0">
                <a:solidFill>
                  <a:srgbClr val="B8DED4"/>
                </a:solidFill>
                <a:latin typeface="Aptos"/>
                <a:ea typeface="Aptos"/>
                <a:cs typeface="Aptos"/>
              </a:rPr>
              <a:t>Exact evidence and source dates</a:t>
            </a:r>
          </a:p>
          <a:p xmlns:a="http://schemas.openxmlformats.org/drawingml/2006/main">
            <a:pPr>
              <a:defRPr sz="1875" b="0">
                <a:solidFill>
                  <a:srgbClr val="B8DED4"/>
                </a:solidFill>
                <a:latin typeface="Aptos"/>
                <a:ea typeface="Aptos"/>
                <a:cs typeface="Aptos"/>
              </a:defRPr>
            </a:pPr>
            <a:r>
              <a:rPr sz="1875" b="0">
                <a:solidFill>
                  <a:srgbClr val="B8DED4"/>
                </a:solidFill>
                <a:latin typeface="Aptos"/>
                <a:ea typeface="Aptos"/>
                <a:cs typeface="Aptos"/>
              </a:rPr>
              <a:t>Specific populations kept separate</a:t>
            </a:r>
          </a:p>
          <a:p xmlns:a="http://schemas.openxmlformats.org/drawingml/2006/main">
            <a:pPr>
              <a:defRPr sz="1875" b="0">
                <a:solidFill>
                  <a:srgbClr val="B8DED4"/>
                </a:solidFill>
                <a:latin typeface="Aptos"/>
                <a:ea typeface="Aptos"/>
                <a:cs typeface="Aptos"/>
              </a:defRPr>
            </a:pPr>
            <a:r>
              <a:rPr sz="1875" b="0">
                <a:solidFill>
                  <a:srgbClr val="B8DED4"/>
                </a:solidFill>
                <a:latin typeface="Aptos"/>
                <a:ea typeface="Aptos"/>
                <a:cs typeface="Aptos"/>
              </a:rPr>
              <a:t>Opposing findings kept for review</a:t>
            </a:r>
          </a:p>
        </p:txBody>
      </p:sp>
      <p:sp>
        <p:nvSpPr>
          <p:cNvPr id="19" name="Rules control evidence admission. AI summarizes. D">
            <a:extLst xmlns:a="http://schemas.openxmlformats.org/drawingml/2006/main">
              <a:ext uri="{FF2B5EF4-FFF2-40B4-BE49-F238E27FC236}">
                <a16:creationId xmlns:a16="http://schemas.microsoft.com/office/drawing/2014/main" id="{901292F5-5488-4D74-AEE4-7E7C517B8D3E}"/>
              </a:ext>
            </a:extLst>
          </p:cNvPr>
          <p:cNvSpPr>
            <a:spLocks xmlns:a="http://schemas.openxmlformats.org/drawingml/2006/main" noGrp="1"/>
          </p:cNvSpPr>
          <p:nvPr/>
        </p:nvSpPr>
        <p:spPr>
          <a:xfrm xmlns:a="http://schemas.openxmlformats.org/drawingml/2006/main">
            <a:off x="704850" y="59245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B8DED4"/>
                </a:solidFill>
                <a:latin typeface="Aptos"/>
                <a:ea typeface="Aptos"/>
                <a:cs typeface="Aptos"/>
              </a:defRPr>
            </a:defPPr>
            <a:lvl1pPr>
              <a:defRPr sz="1950" b="0">
                <a:solidFill>
                  <a:srgbClr val="B8DED4"/>
                </a:solidFill>
                <a:latin typeface="Aptos"/>
                <a:ea typeface="Aptos"/>
                <a:cs typeface="Aptos"/>
              </a:defRPr>
            </a:lvl1pPr>
            <a:lvl2pPr>
              <a:defRPr sz="1950" b="0">
                <a:solidFill>
                  <a:srgbClr val="B8DED4"/>
                </a:solidFill>
                <a:latin typeface="Aptos"/>
                <a:ea typeface="Aptos"/>
                <a:cs typeface="Aptos"/>
              </a:defRPr>
            </a:lvl2pPr>
            <a:lvl3pPr>
              <a:defRPr sz="1950" b="0">
                <a:solidFill>
                  <a:srgbClr val="B8DED4"/>
                </a:solidFill>
                <a:latin typeface="Aptos"/>
                <a:ea typeface="Aptos"/>
                <a:cs typeface="Aptos"/>
              </a:defRPr>
            </a:lvl3pPr>
            <a:lvl4pPr>
              <a:defRPr sz="1950" b="0">
                <a:solidFill>
                  <a:srgbClr val="B8DED4"/>
                </a:solidFill>
                <a:latin typeface="Aptos"/>
                <a:ea typeface="Aptos"/>
                <a:cs typeface="Aptos"/>
              </a:defRPr>
            </a:lvl4pPr>
            <a:lvl5pPr>
              <a:defRPr sz="1950" b="0">
                <a:solidFill>
                  <a:srgbClr val="B8DED4"/>
                </a:solidFill>
                <a:latin typeface="Aptos"/>
                <a:ea typeface="Aptos"/>
                <a:cs typeface="Aptos"/>
              </a:defRPr>
            </a:lvl5pPr>
            <a:lvl6pPr>
              <a:defRPr sz="1950" b="0">
                <a:solidFill>
                  <a:srgbClr val="B8DED4"/>
                </a:solidFill>
                <a:latin typeface="Aptos"/>
                <a:ea typeface="Aptos"/>
                <a:cs typeface="Aptos"/>
              </a:defRPr>
            </a:lvl6pPr>
            <a:lvl7pPr>
              <a:defRPr sz="1950" b="0">
                <a:solidFill>
                  <a:srgbClr val="B8DED4"/>
                </a:solidFill>
                <a:latin typeface="Aptos"/>
                <a:ea typeface="Aptos"/>
                <a:cs typeface="Aptos"/>
              </a:defRPr>
            </a:lvl7pPr>
            <a:lvl8pPr>
              <a:defRPr sz="1950" b="0">
                <a:solidFill>
                  <a:srgbClr val="B8DED4"/>
                </a:solidFill>
                <a:latin typeface="Aptos"/>
                <a:ea typeface="Aptos"/>
                <a:cs typeface="Aptos"/>
              </a:defRPr>
            </a:lvl8pPr>
            <a:lvl9pPr>
              <a:defRPr sz="1950" b="0">
                <a:solidFill>
                  <a:srgbClr val="B8DED4"/>
                </a:solidFill>
                <a:latin typeface="Aptos"/>
                <a:ea typeface="Aptos"/>
                <a:cs typeface="Aptos"/>
              </a:defRPr>
            </a:lvl9pPr>
          </a:lstStyle>
          <a:p xmlns:a="http://schemas.openxmlformats.org/drawingml/2006/main">
            <a:pPr>
              <a:defRPr sz="1950" b="0">
                <a:solidFill>
                  <a:srgbClr val="B8DED4"/>
                </a:solidFill>
                <a:latin typeface="Aptos"/>
                <a:ea typeface="Aptos"/>
                <a:cs typeface="Aptos"/>
              </a:defRPr>
            </a:pPr>
            <a:r>
              <a:rPr sz="1950" b="0">
                <a:solidFill>
                  <a:srgbClr val="B8DED4"/>
                </a:solidFill>
                <a:latin typeface="Aptos"/>
                <a:ea typeface="Aptos"/>
                <a:cs typeface="Aptos"/>
              </a:rPr>
              <a:t>Rules control evidence admission. AI summarizes. Domain reviewers validate.</a:t>
            </a:r>
          </a:p>
        </p:txBody>
      </p:sp>
    </p:spTree>
    <p:extLst>
      <p:ext uri="{BB962C8B-B14F-4D97-AF65-F5344CB8AC3E}">
        <p14:creationId xmlns:p14="http://schemas.microsoft.com/office/powerpoint/2010/main" val="770447634"/>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FEDBB655-9747-4CFD-A591-6C3EF2BD5865}"/>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173B37"/>
                </a:solidFill>
                <a:latin typeface="Aptos"/>
                <a:ea typeface="Aptos"/>
                <a:cs typeface="Aptos"/>
              </a:defRPr>
            </a:defPPr>
            <a:lvl1pPr>
              <a:defRPr sz="3450" b="1">
                <a:solidFill>
                  <a:srgbClr val="173B37"/>
                </a:solidFill>
                <a:latin typeface="Aptos"/>
                <a:ea typeface="Aptos"/>
                <a:cs typeface="Aptos"/>
              </a:defRPr>
            </a:lvl1pPr>
            <a:lvl2pPr>
              <a:defRPr sz="3450" b="1">
                <a:solidFill>
                  <a:srgbClr val="173B37"/>
                </a:solidFill>
                <a:latin typeface="Aptos"/>
                <a:ea typeface="Aptos"/>
                <a:cs typeface="Aptos"/>
              </a:defRPr>
            </a:lvl2pPr>
            <a:lvl3pPr>
              <a:defRPr sz="3450" b="1">
                <a:solidFill>
                  <a:srgbClr val="173B37"/>
                </a:solidFill>
                <a:latin typeface="Aptos"/>
                <a:ea typeface="Aptos"/>
                <a:cs typeface="Aptos"/>
              </a:defRPr>
            </a:lvl3pPr>
            <a:lvl4pPr>
              <a:defRPr sz="3450" b="1">
                <a:solidFill>
                  <a:srgbClr val="173B37"/>
                </a:solidFill>
                <a:latin typeface="Aptos"/>
                <a:ea typeface="Aptos"/>
                <a:cs typeface="Aptos"/>
              </a:defRPr>
            </a:lvl4pPr>
            <a:lvl5pPr>
              <a:defRPr sz="3450" b="1">
                <a:solidFill>
                  <a:srgbClr val="173B37"/>
                </a:solidFill>
                <a:latin typeface="Aptos"/>
                <a:ea typeface="Aptos"/>
                <a:cs typeface="Aptos"/>
              </a:defRPr>
            </a:lvl5pPr>
            <a:lvl6pPr>
              <a:defRPr sz="3450" b="1">
                <a:solidFill>
                  <a:srgbClr val="173B37"/>
                </a:solidFill>
                <a:latin typeface="Aptos"/>
                <a:ea typeface="Aptos"/>
                <a:cs typeface="Aptos"/>
              </a:defRPr>
            </a:lvl6pPr>
            <a:lvl7pPr>
              <a:defRPr sz="3450" b="1">
                <a:solidFill>
                  <a:srgbClr val="173B37"/>
                </a:solidFill>
                <a:latin typeface="Aptos"/>
                <a:ea typeface="Aptos"/>
                <a:cs typeface="Aptos"/>
              </a:defRPr>
            </a:lvl7pPr>
            <a:lvl8pPr>
              <a:defRPr sz="3450" b="1">
                <a:solidFill>
                  <a:srgbClr val="173B37"/>
                </a:solidFill>
                <a:latin typeface="Aptos"/>
                <a:ea typeface="Aptos"/>
                <a:cs typeface="Aptos"/>
              </a:defRPr>
            </a:lvl8pPr>
            <a:lvl9pPr>
              <a:defRPr sz="3450" b="1">
                <a:solidFill>
                  <a:srgbClr val="173B37"/>
                </a:solidFill>
                <a:latin typeface="Aptos"/>
                <a:ea typeface="Aptos"/>
                <a:cs typeface="Aptos"/>
              </a:defRPr>
            </a:lvl9pPr>
          </a:lstStyle>
          <a:p xmlns:a="http://schemas.openxmlformats.org/drawingml/2006/main">
            <a:pPr>
              <a:defRPr sz="3450" b="1">
                <a:solidFill>
                  <a:srgbClr val="173B37"/>
                </a:solidFill>
                <a:latin typeface="Aptos"/>
                <a:ea typeface="Aptos"/>
                <a:cs typeface="Aptos"/>
              </a:defRPr>
            </a:pPr>
            <a:r>
              <a:rPr sz="3450" b="1">
                <a:solidFill>
                  <a:srgbClr val="173B37"/>
                </a:solidFill>
                <a:latin typeface="Aptos"/>
                <a:ea typeface="Aptos"/>
                <a:cs typeface="Aptos"/>
              </a:rPr>
              <a:t>Working prototype and next step</a:t>
            </a:r>
          </a:p>
        </p:txBody>
      </p:sp>
      <p:sp>
        <p:nvSpPr>
          <p:cNvPr id="3" name="Slide number">
            <a:extLst xmlns:a="http://schemas.openxmlformats.org/drawingml/2006/main">
              <a:ext uri="{FF2B5EF4-FFF2-40B4-BE49-F238E27FC236}">
                <a16:creationId xmlns:a16="http://schemas.microsoft.com/office/drawing/2014/main" id="{3A55232A-E352-42DD-8016-7296EF8A10E2}"/>
              </a:ext>
            </a:extLst>
          </p:cNvPr>
          <p:cNvSpPr>
            <a:spLocks xmlns:a="http://schemas.openxmlformats.org/drawingml/2006/main" noGrp="1"/>
          </p:cNvSpPr>
          <p:nvPr/>
        </p:nvSpPr>
        <p:spPr>
          <a:xfrm xmlns:a="http://schemas.openxmlformats.org/drawingml/2006/main">
            <a:off x="11144250" y="64198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1756F"/>
                </a:solidFill>
                <a:latin typeface="Aptos"/>
                <a:ea typeface="Aptos"/>
                <a:cs typeface="Aptos"/>
              </a:defRPr>
            </a:defPPr>
            <a:lvl1pPr>
              <a:defRPr sz="1350" b="0">
                <a:solidFill>
                  <a:srgbClr val="61756F"/>
                </a:solidFill>
                <a:latin typeface="Aptos"/>
                <a:ea typeface="Aptos"/>
                <a:cs typeface="Aptos"/>
              </a:defRPr>
            </a:lvl1pPr>
            <a:lvl2pPr>
              <a:defRPr sz="1350" b="0">
                <a:solidFill>
                  <a:srgbClr val="61756F"/>
                </a:solidFill>
                <a:latin typeface="Aptos"/>
                <a:ea typeface="Aptos"/>
                <a:cs typeface="Aptos"/>
              </a:defRPr>
            </a:lvl2pPr>
            <a:lvl3pPr>
              <a:defRPr sz="1350" b="0">
                <a:solidFill>
                  <a:srgbClr val="61756F"/>
                </a:solidFill>
                <a:latin typeface="Aptos"/>
                <a:ea typeface="Aptos"/>
                <a:cs typeface="Aptos"/>
              </a:defRPr>
            </a:lvl3pPr>
            <a:lvl4pPr>
              <a:defRPr sz="1350" b="0">
                <a:solidFill>
                  <a:srgbClr val="61756F"/>
                </a:solidFill>
                <a:latin typeface="Aptos"/>
                <a:ea typeface="Aptos"/>
                <a:cs typeface="Aptos"/>
              </a:defRPr>
            </a:lvl4pPr>
            <a:lvl5pPr>
              <a:defRPr sz="1350" b="0">
                <a:solidFill>
                  <a:srgbClr val="61756F"/>
                </a:solidFill>
                <a:latin typeface="Aptos"/>
                <a:ea typeface="Aptos"/>
                <a:cs typeface="Aptos"/>
              </a:defRPr>
            </a:lvl5pPr>
            <a:lvl6pPr>
              <a:defRPr sz="1350" b="0">
                <a:solidFill>
                  <a:srgbClr val="61756F"/>
                </a:solidFill>
                <a:latin typeface="Aptos"/>
                <a:ea typeface="Aptos"/>
                <a:cs typeface="Aptos"/>
              </a:defRPr>
            </a:lvl6pPr>
            <a:lvl7pPr>
              <a:defRPr sz="1350" b="0">
                <a:solidFill>
                  <a:srgbClr val="61756F"/>
                </a:solidFill>
                <a:latin typeface="Aptos"/>
                <a:ea typeface="Aptos"/>
                <a:cs typeface="Aptos"/>
              </a:defRPr>
            </a:lvl7pPr>
            <a:lvl8pPr>
              <a:defRPr sz="1350" b="0">
                <a:solidFill>
                  <a:srgbClr val="61756F"/>
                </a:solidFill>
                <a:latin typeface="Aptos"/>
                <a:ea typeface="Aptos"/>
                <a:cs typeface="Aptos"/>
              </a:defRPr>
            </a:lvl8pPr>
            <a:lvl9pPr>
              <a:defRPr sz="1350" b="0">
                <a:solidFill>
                  <a:srgbClr val="61756F"/>
                </a:solidFill>
                <a:latin typeface="Aptos"/>
                <a:ea typeface="Aptos"/>
                <a:cs typeface="Aptos"/>
              </a:defRPr>
            </a:lvl9pPr>
          </a:lstStyle>
          <a:p xmlns:a="http://schemas.openxmlformats.org/drawingml/2006/main">
            <a:pPr>
              <a:defRPr sz="1350" b="0">
                <a:solidFill>
                  <a:srgbClr val="61756F"/>
                </a:solidFill>
                <a:latin typeface="Aptos"/>
                <a:ea typeface="Aptos"/>
                <a:cs typeface="Aptos"/>
              </a:defRPr>
            </a:pPr>
            <a:r>
              <a:rPr sz="1350" b="0">
                <a:solidFill>
                  <a:srgbClr val="61756F"/>
                </a:solidFill>
                <a:latin typeface="Aptos"/>
                <a:ea typeface="Aptos"/>
                <a:cs typeface="Aptos"/>
              </a:rPr>
              <a:t>03</a:t>
            </a:r>
          </a:p>
        </p:txBody>
      </p:sp>
      <p:pic>
        <p:nvPicPr>
          <p:cNvPr id="4" name="">
            <a:extLst xmlns:a="http://schemas.openxmlformats.org/drawingml/2006/main">
              <a:ext uri="{FF2B5EF4-FFF2-40B4-BE49-F238E27FC236}">
                <a16:creationId xmlns:a16="http://schemas.microsoft.com/office/drawing/2014/main" id="{0914CBA7-F7F8-472B-9B07-37768C0D7186}"/>
              </a:ext>
            </a:extLst>
          </p:cNvPr>
          <p:cNvPicPr>
            <a:picLocks xmlns:a="http://schemas.openxmlformats.org/drawingml/2006/main" noChangeAspect="1"/>
          </p:cNvPicPr>
          <p:nvPr/>
        </p:nvPicPr>
        <p:blipFill>
          <a:blip xmlns:r="http://schemas.openxmlformats.org/officeDocument/2006/relationships" xmlns:a="http://schemas.openxmlformats.org/drawingml/2006/main" r:embed="R7730c4913bc74b79"/>
          <a:stretch xmlns:a="http://schemas.openxmlformats.org/drawingml/2006/main"/>
        </p:blipFill>
        <p:spPr>
          <a:xfrm xmlns:a="http://schemas.openxmlformats.org/drawingml/2006/main">
            <a:off x="704850" y="1667404"/>
            <a:ext cx="5334000" cy="3704167"/>
          </a:xfrm>
          <a:prstGeom xmlns:a="http://schemas.openxmlformats.org/drawingml/2006/main" prst="rect">
            <a:avLst/>
          </a:prstGeom>
        </p:spPr>
      </p:pic>
      <p:sp>
        <p:nvSpPr>
          <p:cNvPr id="5" name="Delivered today">
            <a:extLst xmlns:a="http://schemas.openxmlformats.org/drawingml/2006/main">
              <a:ext uri="{FF2B5EF4-FFF2-40B4-BE49-F238E27FC236}">
                <a16:creationId xmlns:a16="http://schemas.microsoft.com/office/drawing/2014/main" id="{F19A77DF-8E93-48FA-8790-A4D2ECF03406}"/>
              </a:ext>
            </a:extLst>
          </p:cNvPr>
          <p:cNvSpPr>
            <a:spLocks xmlns:a="http://schemas.openxmlformats.org/drawingml/2006/main" noGrp="1"/>
          </p:cNvSpPr>
          <p:nvPr/>
        </p:nvSpPr>
        <p:spPr>
          <a:xfrm xmlns:a="http://schemas.openxmlformats.org/drawingml/2006/main">
            <a:off x="6534150" y="17145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06C60"/>
                </a:solidFill>
                <a:latin typeface="Aptos"/>
                <a:ea typeface="Aptos"/>
                <a:cs typeface="Aptos"/>
              </a:defRPr>
            </a:defPPr>
            <a:lvl1pPr>
              <a:defRPr sz="2250" b="1">
                <a:solidFill>
                  <a:srgbClr val="006C60"/>
                </a:solidFill>
                <a:latin typeface="Aptos"/>
                <a:ea typeface="Aptos"/>
                <a:cs typeface="Aptos"/>
              </a:defRPr>
            </a:lvl1pPr>
            <a:lvl2pPr>
              <a:defRPr sz="2250" b="1">
                <a:solidFill>
                  <a:srgbClr val="006C60"/>
                </a:solidFill>
                <a:latin typeface="Aptos"/>
                <a:ea typeface="Aptos"/>
                <a:cs typeface="Aptos"/>
              </a:defRPr>
            </a:lvl2pPr>
            <a:lvl3pPr>
              <a:defRPr sz="2250" b="1">
                <a:solidFill>
                  <a:srgbClr val="006C60"/>
                </a:solidFill>
                <a:latin typeface="Aptos"/>
                <a:ea typeface="Aptos"/>
                <a:cs typeface="Aptos"/>
              </a:defRPr>
            </a:lvl3pPr>
            <a:lvl4pPr>
              <a:defRPr sz="2250" b="1">
                <a:solidFill>
                  <a:srgbClr val="006C60"/>
                </a:solidFill>
                <a:latin typeface="Aptos"/>
                <a:ea typeface="Aptos"/>
                <a:cs typeface="Aptos"/>
              </a:defRPr>
            </a:lvl4pPr>
            <a:lvl5pPr>
              <a:defRPr sz="2250" b="1">
                <a:solidFill>
                  <a:srgbClr val="006C60"/>
                </a:solidFill>
                <a:latin typeface="Aptos"/>
                <a:ea typeface="Aptos"/>
                <a:cs typeface="Aptos"/>
              </a:defRPr>
            </a:lvl5pPr>
            <a:lvl6pPr>
              <a:defRPr sz="2250" b="1">
                <a:solidFill>
                  <a:srgbClr val="006C60"/>
                </a:solidFill>
                <a:latin typeface="Aptos"/>
                <a:ea typeface="Aptos"/>
                <a:cs typeface="Aptos"/>
              </a:defRPr>
            </a:lvl6pPr>
            <a:lvl7pPr>
              <a:defRPr sz="2250" b="1">
                <a:solidFill>
                  <a:srgbClr val="006C60"/>
                </a:solidFill>
                <a:latin typeface="Aptos"/>
                <a:ea typeface="Aptos"/>
                <a:cs typeface="Aptos"/>
              </a:defRPr>
            </a:lvl7pPr>
            <a:lvl8pPr>
              <a:defRPr sz="2250" b="1">
                <a:solidFill>
                  <a:srgbClr val="006C60"/>
                </a:solidFill>
                <a:latin typeface="Aptos"/>
                <a:ea typeface="Aptos"/>
                <a:cs typeface="Aptos"/>
              </a:defRPr>
            </a:lvl8pPr>
            <a:lvl9pPr>
              <a:defRPr sz="2250" b="1">
                <a:solidFill>
                  <a:srgbClr val="006C60"/>
                </a:solidFill>
                <a:latin typeface="Aptos"/>
                <a:ea typeface="Aptos"/>
                <a:cs typeface="Aptos"/>
              </a:defRPr>
            </a:lvl9pPr>
          </a:lstStyle>
          <a:p xmlns:a="http://schemas.openxmlformats.org/drawingml/2006/main">
            <a:pPr>
              <a:defRPr sz="2250" b="1">
                <a:solidFill>
                  <a:srgbClr val="006C60"/>
                </a:solidFill>
                <a:latin typeface="Aptos"/>
                <a:ea typeface="Aptos"/>
                <a:cs typeface="Aptos"/>
              </a:defRPr>
            </a:pPr>
            <a:r>
              <a:rPr sz="2250" b="1">
                <a:solidFill>
                  <a:srgbClr val="006C60"/>
                </a:solidFill>
                <a:latin typeface="Aptos"/>
                <a:ea typeface="Aptos"/>
                <a:cs typeface="Aptos"/>
              </a:rPr>
              <a:t>Delivered today</a:t>
            </a:r>
          </a:p>
        </p:txBody>
      </p:sp>
      <p:sp>
        <p:nvSpPr>
          <p:cNvPr id="6" name="Live literature and trial retrieval&#10;Inspectable ev">
            <a:extLst xmlns:a="http://schemas.openxmlformats.org/drawingml/2006/main">
              <a:ext uri="{FF2B5EF4-FFF2-40B4-BE49-F238E27FC236}">
                <a16:creationId xmlns:a16="http://schemas.microsoft.com/office/drawing/2014/main" id="{BB625AD8-0765-465C-AED1-7643F0CEB855}"/>
              </a:ext>
            </a:extLst>
          </p:cNvPr>
          <p:cNvSpPr>
            <a:spLocks xmlns:a="http://schemas.openxmlformats.org/drawingml/2006/main" noGrp="1"/>
          </p:cNvSpPr>
          <p:nvPr/>
        </p:nvSpPr>
        <p:spPr>
          <a:xfrm xmlns:a="http://schemas.openxmlformats.org/drawingml/2006/main">
            <a:off x="6534150" y="2324100"/>
            <a:ext cx="49339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73B37"/>
                </a:solidFill>
                <a:latin typeface="Aptos"/>
                <a:ea typeface="Aptos"/>
                <a:cs typeface="Aptos"/>
              </a:defRPr>
            </a:defPPr>
            <a:lvl1pPr>
              <a:defRPr sz="1950" b="0">
                <a:solidFill>
                  <a:srgbClr val="173B37"/>
                </a:solidFill>
                <a:latin typeface="Aptos"/>
                <a:ea typeface="Aptos"/>
                <a:cs typeface="Aptos"/>
              </a:defRPr>
            </a:lvl1pPr>
            <a:lvl2pPr>
              <a:defRPr sz="1950" b="0">
                <a:solidFill>
                  <a:srgbClr val="173B37"/>
                </a:solidFill>
                <a:latin typeface="Aptos"/>
                <a:ea typeface="Aptos"/>
                <a:cs typeface="Aptos"/>
              </a:defRPr>
            </a:lvl2pPr>
            <a:lvl3pPr>
              <a:defRPr sz="1950" b="0">
                <a:solidFill>
                  <a:srgbClr val="173B37"/>
                </a:solidFill>
                <a:latin typeface="Aptos"/>
                <a:ea typeface="Aptos"/>
                <a:cs typeface="Aptos"/>
              </a:defRPr>
            </a:lvl3pPr>
            <a:lvl4pPr>
              <a:defRPr sz="1950" b="0">
                <a:solidFill>
                  <a:srgbClr val="173B37"/>
                </a:solidFill>
                <a:latin typeface="Aptos"/>
                <a:ea typeface="Aptos"/>
                <a:cs typeface="Aptos"/>
              </a:defRPr>
            </a:lvl4pPr>
            <a:lvl5pPr>
              <a:defRPr sz="1950" b="0">
                <a:solidFill>
                  <a:srgbClr val="173B37"/>
                </a:solidFill>
                <a:latin typeface="Aptos"/>
                <a:ea typeface="Aptos"/>
                <a:cs typeface="Aptos"/>
              </a:defRPr>
            </a:lvl5pPr>
            <a:lvl6pPr>
              <a:defRPr sz="1950" b="0">
                <a:solidFill>
                  <a:srgbClr val="173B37"/>
                </a:solidFill>
                <a:latin typeface="Aptos"/>
                <a:ea typeface="Aptos"/>
                <a:cs typeface="Aptos"/>
              </a:defRPr>
            </a:lvl6pPr>
            <a:lvl7pPr>
              <a:defRPr sz="1950" b="0">
                <a:solidFill>
                  <a:srgbClr val="173B37"/>
                </a:solidFill>
                <a:latin typeface="Aptos"/>
                <a:ea typeface="Aptos"/>
                <a:cs typeface="Aptos"/>
              </a:defRPr>
            </a:lvl7pPr>
            <a:lvl8pPr>
              <a:defRPr sz="1950" b="0">
                <a:solidFill>
                  <a:srgbClr val="173B37"/>
                </a:solidFill>
                <a:latin typeface="Aptos"/>
                <a:ea typeface="Aptos"/>
                <a:cs typeface="Aptos"/>
              </a:defRPr>
            </a:lvl8pPr>
            <a:lvl9pPr>
              <a:defRPr sz="1950" b="0">
                <a:solidFill>
                  <a:srgbClr val="173B37"/>
                </a:solidFill>
                <a:latin typeface="Aptos"/>
                <a:ea typeface="Aptos"/>
                <a:cs typeface="Aptos"/>
              </a:defRPr>
            </a:lvl9pPr>
          </a:lstStyle>
          <a:p xmlns:a="http://schemas.openxmlformats.org/drawingml/2006/main">
            <a:pPr>
              <a:defRPr sz="1950" b="0">
                <a:solidFill>
                  <a:srgbClr val="173B37"/>
                </a:solidFill>
                <a:latin typeface="Aptos"/>
                <a:ea typeface="Aptos"/>
                <a:cs typeface="Aptos"/>
              </a:defRPr>
            </a:pPr>
            <a:r>
              <a:rPr sz="1950" b="0">
                <a:solidFill>
                  <a:srgbClr val="173B37"/>
                </a:solidFill>
                <a:latin typeface="Aptos"/>
                <a:ea typeface="Aptos"/>
                <a:cs typeface="Aptos"/>
              </a:rPr>
              <a:t>Live literature and trial retrieval</a:t>
            </a:r>
          </a:p>
          <a:p xmlns:a="http://schemas.openxmlformats.org/drawingml/2006/main">
            <a:pPr>
              <a:defRPr sz="1950" b="0">
                <a:solidFill>
                  <a:srgbClr val="173B37"/>
                </a:solidFill>
                <a:latin typeface="Aptos"/>
                <a:ea typeface="Aptos"/>
                <a:cs typeface="Aptos"/>
              </a:defRPr>
            </a:pPr>
            <a:r>
              <a:rPr sz="1950" b="0">
                <a:solidFill>
                  <a:srgbClr val="173B37"/>
                </a:solidFill>
                <a:latin typeface="Aptos"/>
                <a:ea typeface="Aptos"/>
                <a:cs typeface="Aptos"/>
              </a:rPr>
              <a:t>Inspectable evidence and citations</a:t>
            </a:r>
          </a:p>
          <a:p xmlns:a="http://schemas.openxmlformats.org/drawingml/2006/main">
            <a:pPr>
              <a:defRPr sz="1950" b="0">
                <a:solidFill>
                  <a:srgbClr val="173B37"/>
                </a:solidFill>
                <a:latin typeface="Aptos"/>
                <a:ea typeface="Aptos"/>
                <a:cs typeface="Aptos"/>
              </a:defRPr>
            </a:pPr>
            <a:r>
              <a:rPr sz="1950" b="0">
                <a:solidFill>
                  <a:srgbClr val="173B37"/>
                </a:solidFill>
                <a:latin typeface="Aptos"/>
                <a:ea typeface="Aptos"/>
                <a:cs typeface="Aptos"/>
              </a:rPr>
              <a:t>Saved briefings and cited exports</a:t>
            </a:r>
          </a:p>
        </p:txBody>
      </p:sp>
      <p:sp>
        <p:nvSpPr>
          <p:cNvPr id="7" name="Next: a reviewed pilot">
            <a:extLst xmlns:a="http://schemas.openxmlformats.org/drawingml/2006/main">
              <a:ext uri="{FF2B5EF4-FFF2-40B4-BE49-F238E27FC236}">
                <a16:creationId xmlns:a16="http://schemas.microsoft.com/office/drawing/2014/main" id="{74664E7C-8A79-4FCE-A446-9FFEDA1B81D1}"/>
              </a:ext>
            </a:extLst>
          </p:cNvPr>
          <p:cNvSpPr>
            <a:spLocks xmlns:a="http://schemas.openxmlformats.org/drawingml/2006/main" noGrp="1"/>
          </p:cNvSpPr>
          <p:nvPr/>
        </p:nvSpPr>
        <p:spPr>
          <a:xfrm xmlns:a="http://schemas.openxmlformats.org/drawingml/2006/main">
            <a:off x="6534150" y="373380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06C60"/>
                </a:solidFill>
                <a:latin typeface="Aptos"/>
                <a:ea typeface="Aptos"/>
                <a:cs typeface="Aptos"/>
              </a:defRPr>
            </a:defPPr>
            <a:lvl1pPr>
              <a:defRPr sz="2250" b="1">
                <a:solidFill>
                  <a:srgbClr val="006C60"/>
                </a:solidFill>
                <a:latin typeface="Aptos"/>
                <a:ea typeface="Aptos"/>
                <a:cs typeface="Aptos"/>
              </a:defRPr>
            </a:lvl1pPr>
            <a:lvl2pPr>
              <a:defRPr sz="2250" b="1">
                <a:solidFill>
                  <a:srgbClr val="006C60"/>
                </a:solidFill>
                <a:latin typeface="Aptos"/>
                <a:ea typeface="Aptos"/>
                <a:cs typeface="Aptos"/>
              </a:defRPr>
            </a:lvl2pPr>
            <a:lvl3pPr>
              <a:defRPr sz="2250" b="1">
                <a:solidFill>
                  <a:srgbClr val="006C60"/>
                </a:solidFill>
                <a:latin typeface="Aptos"/>
                <a:ea typeface="Aptos"/>
                <a:cs typeface="Aptos"/>
              </a:defRPr>
            </a:lvl3pPr>
            <a:lvl4pPr>
              <a:defRPr sz="2250" b="1">
                <a:solidFill>
                  <a:srgbClr val="006C60"/>
                </a:solidFill>
                <a:latin typeface="Aptos"/>
                <a:ea typeface="Aptos"/>
                <a:cs typeface="Aptos"/>
              </a:defRPr>
            </a:lvl4pPr>
            <a:lvl5pPr>
              <a:defRPr sz="2250" b="1">
                <a:solidFill>
                  <a:srgbClr val="006C60"/>
                </a:solidFill>
                <a:latin typeface="Aptos"/>
                <a:ea typeface="Aptos"/>
                <a:cs typeface="Aptos"/>
              </a:defRPr>
            </a:lvl5pPr>
            <a:lvl6pPr>
              <a:defRPr sz="2250" b="1">
                <a:solidFill>
                  <a:srgbClr val="006C60"/>
                </a:solidFill>
                <a:latin typeface="Aptos"/>
                <a:ea typeface="Aptos"/>
                <a:cs typeface="Aptos"/>
              </a:defRPr>
            </a:lvl6pPr>
            <a:lvl7pPr>
              <a:defRPr sz="2250" b="1">
                <a:solidFill>
                  <a:srgbClr val="006C60"/>
                </a:solidFill>
                <a:latin typeface="Aptos"/>
                <a:ea typeface="Aptos"/>
                <a:cs typeface="Aptos"/>
              </a:defRPr>
            </a:lvl7pPr>
            <a:lvl8pPr>
              <a:defRPr sz="2250" b="1">
                <a:solidFill>
                  <a:srgbClr val="006C60"/>
                </a:solidFill>
                <a:latin typeface="Aptos"/>
                <a:ea typeface="Aptos"/>
                <a:cs typeface="Aptos"/>
              </a:defRPr>
            </a:lvl8pPr>
            <a:lvl9pPr>
              <a:defRPr sz="2250" b="1">
                <a:solidFill>
                  <a:srgbClr val="006C60"/>
                </a:solidFill>
                <a:latin typeface="Aptos"/>
                <a:ea typeface="Aptos"/>
                <a:cs typeface="Aptos"/>
              </a:defRPr>
            </a:lvl9pPr>
          </a:lstStyle>
          <a:p xmlns:a="http://schemas.openxmlformats.org/drawingml/2006/main">
            <a:pPr>
              <a:defRPr sz="2250" b="1">
                <a:solidFill>
                  <a:srgbClr val="006C60"/>
                </a:solidFill>
                <a:latin typeface="Aptos"/>
                <a:ea typeface="Aptos"/>
                <a:cs typeface="Aptos"/>
              </a:defRPr>
            </a:pPr>
            <a:r>
              <a:rPr sz="2250" b="1">
                <a:solidFill>
                  <a:srgbClr val="006C60"/>
                </a:solidFill>
                <a:latin typeface="Aptos"/>
                <a:ea typeface="Aptos"/>
                <a:cs typeface="Aptos"/>
              </a:rPr>
              <a:t>Next: a reviewed pilot</a:t>
            </a:r>
          </a:p>
        </p:txBody>
      </p:sp>
      <p:sp>
        <p:nvSpPr>
          <p:cNvPr id="8" name="Applicable US guideline coverage&#10;Domain review of ">
            <a:extLst xmlns:a="http://schemas.openxmlformats.org/drawingml/2006/main">
              <a:ext uri="{FF2B5EF4-FFF2-40B4-BE49-F238E27FC236}">
                <a16:creationId xmlns:a16="http://schemas.microsoft.com/office/drawing/2014/main" id="{043E8E3B-10E3-4209-99D5-75A2F65F2C5D}"/>
              </a:ext>
            </a:extLst>
          </p:cNvPr>
          <p:cNvSpPr>
            <a:spLocks xmlns:a="http://schemas.openxmlformats.org/drawingml/2006/main" noGrp="1"/>
          </p:cNvSpPr>
          <p:nvPr/>
        </p:nvSpPr>
        <p:spPr>
          <a:xfrm xmlns:a="http://schemas.openxmlformats.org/drawingml/2006/main">
            <a:off x="6534150" y="4314825"/>
            <a:ext cx="4953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3B37"/>
                </a:solidFill>
                <a:latin typeface="Aptos"/>
                <a:ea typeface="Aptos"/>
                <a:cs typeface="Aptos"/>
              </a:defRPr>
            </a:defPPr>
            <a:lvl1pPr>
              <a:defRPr sz="1875" b="0">
                <a:solidFill>
                  <a:srgbClr val="173B37"/>
                </a:solidFill>
                <a:latin typeface="Aptos"/>
                <a:ea typeface="Aptos"/>
                <a:cs typeface="Aptos"/>
              </a:defRPr>
            </a:lvl1pPr>
            <a:lvl2pPr>
              <a:defRPr sz="1875" b="0">
                <a:solidFill>
                  <a:srgbClr val="173B37"/>
                </a:solidFill>
                <a:latin typeface="Aptos"/>
                <a:ea typeface="Aptos"/>
                <a:cs typeface="Aptos"/>
              </a:defRPr>
            </a:lvl2pPr>
            <a:lvl3pPr>
              <a:defRPr sz="1875" b="0">
                <a:solidFill>
                  <a:srgbClr val="173B37"/>
                </a:solidFill>
                <a:latin typeface="Aptos"/>
                <a:ea typeface="Aptos"/>
                <a:cs typeface="Aptos"/>
              </a:defRPr>
            </a:lvl3pPr>
            <a:lvl4pPr>
              <a:defRPr sz="1875" b="0">
                <a:solidFill>
                  <a:srgbClr val="173B37"/>
                </a:solidFill>
                <a:latin typeface="Aptos"/>
                <a:ea typeface="Aptos"/>
                <a:cs typeface="Aptos"/>
              </a:defRPr>
            </a:lvl4pPr>
            <a:lvl5pPr>
              <a:defRPr sz="1875" b="0">
                <a:solidFill>
                  <a:srgbClr val="173B37"/>
                </a:solidFill>
                <a:latin typeface="Aptos"/>
                <a:ea typeface="Aptos"/>
                <a:cs typeface="Aptos"/>
              </a:defRPr>
            </a:lvl5pPr>
            <a:lvl6pPr>
              <a:defRPr sz="1875" b="0">
                <a:solidFill>
                  <a:srgbClr val="173B37"/>
                </a:solidFill>
                <a:latin typeface="Aptos"/>
                <a:ea typeface="Aptos"/>
                <a:cs typeface="Aptos"/>
              </a:defRPr>
            </a:lvl6pPr>
            <a:lvl7pPr>
              <a:defRPr sz="1875" b="0">
                <a:solidFill>
                  <a:srgbClr val="173B37"/>
                </a:solidFill>
                <a:latin typeface="Aptos"/>
                <a:ea typeface="Aptos"/>
                <a:cs typeface="Aptos"/>
              </a:defRPr>
            </a:lvl7pPr>
            <a:lvl8pPr>
              <a:defRPr sz="1875" b="0">
                <a:solidFill>
                  <a:srgbClr val="173B37"/>
                </a:solidFill>
                <a:latin typeface="Aptos"/>
                <a:ea typeface="Aptos"/>
                <a:cs typeface="Aptos"/>
              </a:defRPr>
            </a:lvl8pPr>
            <a:lvl9pPr>
              <a:defRPr sz="1875" b="0">
                <a:solidFill>
                  <a:srgbClr val="173B37"/>
                </a:solidFill>
                <a:latin typeface="Aptos"/>
                <a:ea typeface="Aptos"/>
                <a:cs typeface="Aptos"/>
              </a:defRPr>
            </a:lvl9pPr>
          </a:lstStyle>
          <a:p xmlns:a="http://schemas.openxmlformats.org/drawingml/2006/main">
            <a:pPr>
              <a:defRPr sz="1875" b="0">
                <a:solidFill>
                  <a:srgbClr val="173B37"/>
                </a:solidFill>
                <a:latin typeface="Aptos"/>
                <a:ea typeface="Aptos"/>
                <a:cs typeface="Aptos"/>
              </a:defRPr>
            </a:pPr>
            <a:r>
              <a:rPr sz="1875" b="0">
                <a:solidFill>
                  <a:srgbClr val="173B37"/>
                </a:solidFill>
                <a:latin typeface="Aptos"/>
                <a:ea typeface="Aptos"/>
                <a:cs typeface="Aptos"/>
              </a:rPr>
              <a:t>Applicable US guideline coverage</a:t>
            </a:r>
          </a:p>
          <a:p xmlns:a="http://schemas.openxmlformats.org/drawingml/2006/main">
            <a:pPr>
              <a:defRPr sz="1875" b="0">
                <a:solidFill>
                  <a:srgbClr val="173B37"/>
                </a:solidFill>
                <a:latin typeface="Aptos"/>
                <a:ea typeface="Aptos"/>
                <a:cs typeface="Aptos"/>
              </a:defRPr>
            </a:pPr>
            <a:r>
              <a:rPr sz="1875" b="0">
                <a:solidFill>
                  <a:srgbClr val="173B37"/>
                </a:solidFill>
                <a:latin typeface="Aptos"/>
                <a:ea typeface="Aptos"/>
                <a:cs typeface="Aptos"/>
              </a:rPr>
              <a:t>Domain review of rules and claims</a:t>
            </a:r>
          </a:p>
          <a:p xmlns:a="http://schemas.openxmlformats.org/drawingml/2006/main">
            <a:pPr>
              <a:defRPr sz="1875" b="0">
                <a:solidFill>
                  <a:srgbClr val="173B37"/>
                </a:solidFill>
                <a:latin typeface="Aptos"/>
                <a:ea typeface="Aptos"/>
                <a:cs typeface="Aptos"/>
              </a:defRPr>
            </a:pPr>
            <a:r>
              <a:rPr sz="1875" b="0">
                <a:solidFill>
                  <a:srgbClr val="173B37"/>
                </a:solidFill>
                <a:latin typeface="Aptos"/>
                <a:ea typeface="Aptos"/>
                <a:cs typeface="Aptos"/>
              </a:rPr>
              <a:t>Team access and reliable operations</a:t>
            </a:r>
          </a:p>
          <a:p xmlns:a="http://schemas.openxmlformats.org/drawingml/2006/main">
            <a:pPr>
              <a:defRPr sz="1875" b="0">
                <a:solidFill>
                  <a:srgbClr val="173B37"/>
                </a:solidFill>
                <a:latin typeface="Aptos"/>
                <a:ea typeface="Aptos"/>
                <a:cs typeface="Aptos"/>
              </a:defRPr>
            </a:pPr>
            <a:r>
              <a:rPr sz="1875" b="0">
                <a:solidFill>
                  <a:srgbClr val="173B37"/>
                </a:solidFill>
                <a:latin typeface="Aptos"/>
                <a:ea typeface="Aptos"/>
                <a:cs typeface="Aptos"/>
              </a:rPr>
              <a:t>FDA evidence for approval claims</a:t>
            </a:r>
          </a:p>
        </p:txBody>
      </p:sp>
      <p:sp>
        <p:nvSpPr>
          <p:cNvPr id="9" name="Actual local prototype; limited coverage">
            <a:extLst xmlns:a="http://schemas.openxmlformats.org/drawingml/2006/main">
              <a:ext uri="{FF2B5EF4-FFF2-40B4-BE49-F238E27FC236}">
                <a16:creationId xmlns:a16="http://schemas.microsoft.com/office/drawing/2014/main" id="{C5FE7F11-E97D-4CA8-92DC-99A0555FE2E9}"/>
              </a:ext>
            </a:extLst>
          </p:cNvPr>
          <p:cNvSpPr>
            <a:spLocks xmlns:a="http://schemas.openxmlformats.org/drawingml/2006/main" noGrp="1"/>
          </p:cNvSpPr>
          <p:nvPr/>
        </p:nvSpPr>
        <p:spPr>
          <a:xfrm xmlns:a="http://schemas.openxmlformats.org/drawingml/2006/main">
            <a:off x="704850" y="55435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1756F"/>
                </a:solidFill>
                <a:latin typeface="Aptos"/>
                <a:ea typeface="Aptos"/>
                <a:cs typeface="Aptos"/>
              </a:defRPr>
            </a:defPPr>
            <a:lvl1pPr>
              <a:defRPr sz="1650" b="0">
                <a:solidFill>
                  <a:srgbClr val="61756F"/>
                </a:solidFill>
                <a:latin typeface="Aptos"/>
                <a:ea typeface="Aptos"/>
                <a:cs typeface="Aptos"/>
              </a:defRPr>
            </a:lvl1pPr>
            <a:lvl2pPr>
              <a:defRPr sz="1650" b="0">
                <a:solidFill>
                  <a:srgbClr val="61756F"/>
                </a:solidFill>
                <a:latin typeface="Aptos"/>
                <a:ea typeface="Aptos"/>
                <a:cs typeface="Aptos"/>
              </a:defRPr>
            </a:lvl2pPr>
            <a:lvl3pPr>
              <a:defRPr sz="1650" b="0">
                <a:solidFill>
                  <a:srgbClr val="61756F"/>
                </a:solidFill>
                <a:latin typeface="Aptos"/>
                <a:ea typeface="Aptos"/>
                <a:cs typeface="Aptos"/>
              </a:defRPr>
            </a:lvl3pPr>
            <a:lvl4pPr>
              <a:defRPr sz="1650" b="0">
                <a:solidFill>
                  <a:srgbClr val="61756F"/>
                </a:solidFill>
                <a:latin typeface="Aptos"/>
                <a:ea typeface="Aptos"/>
                <a:cs typeface="Aptos"/>
              </a:defRPr>
            </a:lvl4pPr>
            <a:lvl5pPr>
              <a:defRPr sz="1650" b="0">
                <a:solidFill>
                  <a:srgbClr val="61756F"/>
                </a:solidFill>
                <a:latin typeface="Aptos"/>
                <a:ea typeface="Aptos"/>
                <a:cs typeface="Aptos"/>
              </a:defRPr>
            </a:lvl5pPr>
            <a:lvl6pPr>
              <a:defRPr sz="1650" b="0">
                <a:solidFill>
                  <a:srgbClr val="61756F"/>
                </a:solidFill>
                <a:latin typeface="Aptos"/>
                <a:ea typeface="Aptos"/>
                <a:cs typeface="Aptos"/>
              </a:defRPr>
            </a:lvl6pPr>
            <a:lvl7pPr>
              <a:defRPr sz="1650" b="0">
                <a:solidFill>
                  <a:srgbClr val="61756F"/>
                </a:solidFill>
                <a:latin typeface="Aptos"/>
                <a:ea typeface="Aptos"/>
                <a:cs typeface="Aptos"/>
              </a:defRPr>
            </a:lvl7pPr>
            <a:lvl8pPr>
              <a:defRPr sz="1650" b="0">
                <a:solidFill>
                  <a:srgbClr val="61756F"/>
                </a:solidFill>
                <a:latin typeface="Aptos"/>
                <a:ea typeface="Aptos"/>
                <a:cs typeface="Aptos"/>
              </a:defRPr>
            </a:lvl8pPr>
            <a:lvl9pPr>
              <a:defRPr sz="1650" b="0">
                <a:solidFill>
                  <a:srgbClr val="61756F"/>
                </a:solidFill>
                <a:latin typeface="Aptos"/>
                <a:ea typeface="Aptos"/>
                <a:cs typeface="Aptos"/>
              </a:defRPr>
            </a:lvl9pPr>
          </a:lstStyle>
          <a:p xmlns:a="http://schemas.openxmlformats.org/drawingml/2006/main">
            <a:pPr>
              <a:defRPr sz="1650" b="0">
                <a:solidFill>
                  <a:srgbClr val="61756F"/>
                </a:solidFill>
                <a:latin typeface="Aptos"/>
                <a:ea typeface="Aptos"/>
                <a:cs typeface="Aptos"/>
              </a:defRPr>
            </a:pPr>
            <a:r>
              <a:rPr sz="1650" b="0">
                <a:solidFill>
                  <a:srgbClr val="61756F"/>
                </a:solidFill>
                <a:latin typeface="Aptos"/>
                <a:ea typeface="Aptos"/>
                <a:cs typeface="Aptos"/>
              </a:rPr>
              <a:t>Actual local prototype; limited coverage</a:t>
            </a:r>
          </a:p>
        </p:txBody>
      </p:sp>
      <p:sp>
        <p:nvSpPr>
          <p:cNvPr id="10" name="Latest example: 8 records and 6 statements for spe">
            <a:extLst xmlns:a="http://schemas.openxmlformats.org/drawingml/2006/main">
              <a:ext uri="{FF2B5EF4-FFF2-40B4-BE49-F238E27FC236}">
                <a16:creationId xmlns:a16="http://schemas.microsoft.com/office/drawing/2014/main" id="{C3C68A8A-A5DD-4A25-B80C-71E4EB241F4F}"/>
              </a:ext>
            </a:extLst>
          </p:cNvPr>
          <p:cNvSpPr>
            <a:spLocks xmlns:a="http://schemas.openxmlformats.org/drawingml/2006/main" noGrp="1"/>
          </p:cNvSpPr>
          <p:nvPr/>
        </p:nvSpPr>
        <p:spPr>
          <a:xfrm xmlns:a="http://schemas.openxmlformats.org/drawingml/2006/main">
            <a:off x="704850" y="60007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89520D"/>
                </a:solidFill>
                <a:latin typeface="Aptos"/>
                <a:ea typeface="Aptos"/>
                <a:cs typeface="Aptos"/>
              </a:defRPr>
            </a:defPPr>
            <a:lvl1pPr>
              <a:defRPr sz="1725" b="0">
                <a:solidFill>
                  <a:srgbClr val="89520D"/>
                </a:solidFill>
                <a:latin typeface="Aptos"/>
                <a:ea typeface="Aptos"/>
                <a:cs typeface="Aptos"/>
              </a:defRPr>
            </a:lvl1pPr>
            <a:lvl2pPr>
              <a:defRPr sz="1725" b="0">
                <a:solidFill>
                  <a:srgbClr val="89520D"/>
                </a:solidFill>
                <a:latin typeface="Aptos"/>
                <a:ea typeface="Aptos"/>
                <a:cs typeface="Aptos"/>
              </a:defRPr>
            </a:lvl2pPr>
            <a:lvl3pPr>
              <a:defRPr sz="1725" b="0">
                <a:solidFill>
                  <a:srgbClr val="89520D"/>
                </a:solidFill>
                <a:latin typeface="Aptos"/>
                <a:ea typeface="Aptos"/>
                <a:cs typeface="Aptos"/>
              </a:defRPr>
            </a:lvl3pPr>
            <a:lvl4pPr>
              <a:defRPr sz="1725" b="0">
                <a:solidFill>
                  <a:srgbClr val="89520D"/>
                </a:solidFill>
                <a:latin typeface="Aptos"/>
                <a:ea typeface="Aptos"/>
                <a:cs typeface="Aptos"/>
              </a:defRPr>
            </a:lvl4pPr>
            <a:lvl5pPr>
              <a:defRPr sz="1725" b="0">
                <a:solidFill>
                  <a:srgbClr val="89520D"/>
                </a:solidFill>
                <a:latin typeface="Aptos"/>
                <a:ea typeface="Aptos"/>
                <a:cs typeface="Aptos"/>
              </a:defRPr>
            </a:lvl5pPr>
            <a:lvl6pPr>
              <a:defRPr sz="1725" b="0">
                <a:solidFill>
                  <a:srgbClr val="89520D"/>
                </a:solidFill>
                <a:latin typeface="Aptos"/>
                <a:ea typeface="Aptos"/>
                <a:cs typeface="Aptos"/>
              </a:defRPr>
            </a:lvl6pPr>
            <a:lvl7pPr>
              <a:defRPr sz="1725" b="0">
                <a:solidFill>
                  <a:srgbClr val="89520D"/>
                </a:solidFill>
                <a:latin typeface="Aptos"/>
                <a:ea typeface="Aptos"/>
                <a:cs typeface="Aptos"/>
              </a:defRPr>
            </a:lvl7pPr>
            <a:lvl8pPr>
              <a:defRPr sz="1725" b="0">
                <a:solidFill>
                  <a:srgbClr val="89520D"/>
                </a:solidFill>
                <a:latin typeface="Aptos"/>
                <a:ea typeface="Aptos"/>
                <a:cs typeface="Aptos"/>
              </a:defRPr>
            </a:lvl8pPr>
            <a:lvl9pPr>
              <a:defRPr sz="1725" b="0">
                <a:solidFill>
                  <a:srgbClr val="89520D"/>
                </a:solidFill>
                <a:latin typeface="Aptos"/>
                <a:ea typeface="Aptos"/>
                <a:cs typeface="Aptos"/>
              </a:defRPr>
            </a:lvl9pPr>
          </a:lstStyle>
          <a:p xmlns:a="http://schemas.openxmlformats.org/drawingml/2006/main">
            <a:pPr>
              <a:defRPr sz="1725" b="0">
                <a:solidFill>
                  <a:srgbClr val="89520D"/>
                </a:solidFill>
                <a:latin typeface="Aptos"/>
                <a:ea typeface="Aptos"/>
                <a:cs typeface="Aptos"/>
              </a:defRPr>
            </a:pPr>
            <a:r>
              <a:rPr sz="1725" b="0">
                <a:solidFill>
                  <a:srgbClr val="89520D"/>
                </a:solidFill>
                <a:latin typeface="Aptos"/>
                <a:ea typeface="Aptos"/>
                <a:cs typeface="Aptos"/>
              </a:rPr>
              <a:t>Latest example: 8 records and 6 statements for specific populations; general sections remain unavailable.</a:t>
            </a:r>
          </a:p>
        </p:txBody>
      </p:sp>
    </p:spTree>
    <p:extLst>
      <p:ext uri="{BB962C8B-B14F-4D97-AF65-F5344CB8AC3E}">
        <p14:creationId xmlns:p14="http://schemas.microsoft.com/office/powerpoint/2010/main" val="238698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2026-10-28T00:37:38.1150000Z</dcterms:created>
  <dcterms:modified xsi:type="dcterms:W3CDTF">2026-10-28T00:37:38.1150000Z</dcterms:modified>
</coreProperties>
</file>